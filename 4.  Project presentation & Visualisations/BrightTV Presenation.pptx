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0"/>
  </p:notesMasterIdLst>
  <p:sldIdLst>
    <p:sldId id="256" r:id="rId5"/>
    <p:sldId id="277" r:id="rId6"/>
    <p:sldId id="292" r:id="rId7"/>
    <p:sldId id="278" r:id="rId8"/>
    <p:sldId id="280" r:id="rId9"/>
    <p:sldId id="295" r:id="rId10"/>
    <p:sldId id="281" r:id="rId11"/>
    <p:sldId id="282" r:id="rId12"/>
    <p:sldId id="283" r:id="rId13"/>
    <p:sldId id="296" r:id="rId14"/>
    <p:sldId id="287" r:id="rId15"/>
    <p:sldId id="288" r:id="rId16"/>
    <p:sldId id="289" r:id="rId17"/>
    <p:sldId id="294" r:id="rId18"/>
    <p:sldId id="29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e Tsotetsi" userId="e66a9a0024d092c7" providerId="LiveId" clId="{9B9CD204-4C8D-4F89-A632-19A1386CF501}"/>
    <pc:docChg chg="undo custSel addSld delSld modSld">
      <pc:chgData name="Caroline Tsotetsi" userId="e66a9a0024d092c7" providerId="LiveId" clId="{9B9CD204-4C8D-4F89-A632-19A1386CF501}" dt="2026-08-20T20:29:17.817" v="4266"/>
      <pc:docMkLst>
        <pc:docMk/>
      </pc:docMkLst>
      <pc:sldChg chg="modSp mod">
        <pc:chgData name="Caroline Tsotetsi" userId="e66a9a0024d092c7" providerId="LiveId" clId="{9B9CD204-4C8D-4F89-A632-19A1386CF501}" dt="2026-08-17T22:57:49.350" v="4153" actId="20577"/>
        <pc:sldMkLst>
          <pc:docMk/>
          <pc:sldMk cId="2806257027" sldId="256"/>
        </pc:sldMkLst>
        <pc:spChg chg="mod">
          <ac:chgData name="Caroline Tsotetsi" userId="e66a9a0024d092c7" providerId="LiveId" clId="{9B9CD204-4C8D-4F89-A632-19A1386CF501}" dt="2026-08-17T22:57:49.350" v="4153" actId="20577"/>
          <ac:spMkLst>
            <pc:docMk/>
            <pc:sldMk cId="2806257027" sldId="256"/>
            <ac:spMk id="2" creationId="{DE3D84FB-5D02-47D2-98FD-4F01A02E2AEA}"/>
          </ac:spMkLst>
        </pc:spChg>
      </pc:sldChg>
      <pc:sldChg chg="addSp delSp modSp mod modTransition">
        <pc:chgData name="Caroline Tsotetsi" userId="e66a9a0024d092c7" providerId="LiveId" clId="{9B9CD204-4C8D-4F89-A632-19A1386CF501}" dt="2026-08-20T20:26:55.274" v="4239"/>
        <pc:sldMkLst>
          <pc:docMk/>
          <pc:sldMk cId="1401741552" sldId="277"/>
        </pc:sldMkLst>
        <pc:graphicFrameChg chg="mod modGraphic">
          <ac:chgData name="Caroline Tsotetsi" userId="e66a9a0024d092c7" providerId="LiveId" clId="{9B9CD204-4C8D-4F89-A632-19A1386CF501}" dt="2026-08-17T22:25:17.134" v="3004" actId="20577"/>
          <ac:graphicFrameMkLst>
            <pc:docMk/>
            <pc:sldMk cId="1401741552" sldId="277"/>
            <ac:graphicFrameMk id="5" creationId="{91DB1382-7276-49FA-9632-38D558F457E3}"/>
          </ac:graphicFrameMkLst>
        </pc:graphicFrameChg>
      </pc:sldChg>
      <pc:sldChg chg="addSp delSp modSp mod modTransition">
        <pc:chgData name="Caroline Tsotetsi" userId="e66a9a0024d092c7" providerId="LiveId" clId="{9B9CD204-4C8D-4F89-A632-19A1386CF501}" dt="2026-08-20T20:27:15.595" v="4242"/>
        <pc:sldMkLst>
          <pc:docMk/>
          <pc:sldMk cId="361124999" sldId="278"/>
        </pc:sldMkLst>
        <pc:graphicFrameChg chg="add mod ord modGraphic">
          <ac:chgData name="Caroline Tsotetsi" userId="e66a9a0024d092c7" providerId="LiveId" clId="{9B9CD204-4C8D-4F89-A632-19A1386CF501}" dt="2026-08-17T22:58:17.277" v="4163" actId="20577"/>
          <ac:graphicFrameMkLst>
            <pc:docMk/>
            <pc:sldMk cId="361124999" sldId="278"/>
            <ac:graphicFrameMk id="4" creationId="{769FE275-381C-C59D-ADAE-457703DCC7B3}"/>
          </ac:graphicFrameMkLst>
        </pc:graphicFrameChg>
      </pc:sldChg>
      <pc:sldChg chg="addSp delSp modSp new mod modTransition">
        <pc:chgData name="Caroline Tsotetsi" userId="e66a9a0024d092c7" providerId="LiveId" clId="{9B9CD204-4C8D-4F89-A632-19A1386CF501}" dt="2026-08-20T20:27:33.475" v="4248"/>
        <pc:sldMkLst>
          <pc:docMk/>
          <pc:sldMk cId="3553511349" sldId="280"/>
        </pc:sldMkLst>
        <pc:spChg chg="mod">
          <ac:chgData name="Caroline Tsotetsi" userId="e66a9a0024d092c7" providerId="LiveId" clId="{9B9CD204-4C8D-4F89-A632-19A1386CF501}" dt="2026-08-07T14:44:12.567" v="17"/>
          <ac:spMkLst>
            <pc:docMk/>
            <pc:sldMk cId="3553511349" sldId="280"/>
            <ac:spMk id="2" creationId="{F363C0FE-96A3-98E8-FA24-9D9D08A68594}"/>
          </ac:spMkLst>
        </pc:spChg>
        <pc:spChg chg="add del">
          <ac:chgData name="Caroline Tsotetsi" userId="e66a9a0024d092c7" providerId="LiveId" clId="{9B9CD204-4C8D-4F89-A632-19A1386CF501}" dt="2026-08-20T20:15:32.331" v="4164" actId="931"/>
          <ac:spMkLst>
            <pc:docMk/>
            <pc:sldMk cId="3553511349" sldId="280"/>
            <ac:spMk id="3" creationId="{A66EE044-6D48-C9A7-995A-A3C14F5DA307}"/>
          </ac:spMkLst>
        </pc:spChg>
        <pc:picChg chg="add mod ord">
          <ac:chgData name="Caroline Tsotetsi" userId="e66a9a0024d092c7" providerId="LiveId" clId="{9B9CD204-4C8D-4F89-A632-19A1386CF501}" dt="2026-08-20T20:15:41.635" v="4166" actId="1076"/>
          <ac:picMkLst>
            <pc:docMk/>
            <pc:sldMk cId="3553511349" sldId="280"/>
            <ac:picMk id="5" creationId="{7DF79E05-1B1F-E41B-D169-BF5B49B5377D}"/>
          </ac:picMkLst>
        </pc:picChg>
      </pc:sldChg>
      <pc:sldChg chg="addSp delSp modSp new mod modTransition">
        <pc:chgData name="Caroline Tsotetsi" userId="e66a9a0024d092c7" providerId="LiveId" clId="{9B9CD204-4C8D-4F89-A632-19A1386CF501}" dt="2026-08-20T20:27:52.801" v="4251"/>
        <pc:sldMkLst>
          <pc:docMk/>
          <pc:sldMk cId="1090161692" sldId="281"/>
        </pc:sldMkLst>
        <pc:spChg chg="mod">
          <ac:chgData name="Caroline Tsotetsi" userId="e66a9a0024d092c7" providerId="LiveId" clId="{9B9CD204-4C8D-4F89-A632-19A1386CF501}" dt="2026-08-20T20:21:20.247" v="4171" actId="20577"/>
          <ac:spMkLst>
            <pc:docMk/>
            <pc:sldMk cId="1090161692" sldId="281"/>
            <ac:spMk id="2" creationId="{1BCF872A-C576-5F69-21C9-399A133B94F2}"/>
          </ac:spMkLst>
        </pc:spChg>
        <pc:spChg chg="del">
          <ac:chgData name="Caroline Tsotetsi" userId="e66a9a0024d092c7" providerId="LiveId" clId="{9B9CD204-4C8D-4F89-A632-19A1386CF501}" dt="2026-08-20T20:19:31.077" v="4169" actId="931"/>
          <ac:spMkLst>
            <pc:docMk/>
            <pc:sldMk cId="1090161692" sldId="281"/>
            <ac:spMk id="3" creationId="{F1F4EDD9-4D39-16EF-0761-623D8B8FFD63}"/>
          </ac:spMkLst>
        </pc:spChg>
        <pc:picChg chg="add mod ord">
          <ac:chgData name="Caroline Tsotetsi" userId="e66a9a0024d092c7" providerId="LiveId" clId="{9B9CD204-4C8D-4F89-A632-19A1386CF501}" dt="2026-08-20T20:19:34.932" v="4170" actId="14100"/>
          <ac:picMkLst>
            <pc:docMk/>
            <pc:sldMk cId="1090161692" sldId="281"/>
            <ac:picMk id="5" creationId="{C2D14386-F327-40DE-AA1E-E3AD9BACE6D4}"/>
          </ac:picMkLst>
        </pc:picChg>
      </pc:sldChg>
      <pc:sldChg chg="addSp delSp modSp new mod modTransition">
        <pc:chgData name="Caroline Tsotetsi" userId="e66a9a0024d092c7" providerId="LiveId" clId="{9B9CD204-4C8D-4F89-A632-19A1386CF501}" dt="2026-08-20T20:28:36.668" v="4257"/>
        <pc:sldMkLst>
          <pc:docMk/>
          <pc:sldMk cId="2065315155" sldId="282"/>
        </pc:sldMkLst>
        <pc:spChg chg="mod">
          <ac:chgData name="Caroline Tsotetsi" userId="e66a9a0024d092c7" providerId="LiveId" clId="{9B9CD204-4C8D-4F89-A632-19A1386CF501}" dt="2026-08-07T16:00:31.938" v="2477" actId="20577"/>
          <ac:spMkLst>
            <pc:docMk/>
            <pc:sldMk cId="2065315155" sldId="282"/>
            <ac:spMk id="2" creationId="{9AED3548-90BE-192E-EF59-3D4A22610B82}"/>
          </ac:spMkLst>
        </pc:spChg>
        <pc:graphicFrameChg chg="add mod ord modGraphic">
          <ac:chgData name="Caroline Tsotetsi" userId="e66a9a0024d092c7" providerId="LiveId" clId="{9B9CD204-4C8D-4F89-A632-19A1386CF501}" dt="2026-08-07T15:13:06.194" v="1278" actId="1076"/>
          <ac:graphicFrameMkLst>
            <pc:docMk/>
            <pc:sldMk cId="2065315155" sldId="282"/>
            <ac:graphicFrameMk id="4" creationId="{3EEE45AB-0B9C-2438-37DA-03F87CFB4951}"/>
          </ac:graphicFrameMkLst>
        </pc:graphicFrameChg>
      </pc:sldChg>
      <pc:sldChg chg="addSp delSp modSp new mod modTransition">
        <pc:chgData name="Caroline Tsotetsi" userId="e66a9a0024d092c7" providerId="LiveId" clId="{9B9CD204-4C8D-4F89-A632-19A1386CF501}" dt="2026-08-20T20:28:42.207" v="4258"/>
        <pc:sldMkLst>
          <pc:docMk/>
          <pc:sldMk cId="4074231981" sldId="283"/>
        </pc:sldMkLst>
        <pc:spChg chg="mod">
          <ac:chgData name="Caroline Tsotetsi" userId="e66a9a0024d092c7" providerId="LiveId" clId="{9B9CD204-4C8D-4F89-A632-19A1386CF501}" dt="2026-08-07T14:45:07.633" v="23"/>
          <ac:spMkLst>
            <pc:docMk/>
            <pc:sldMk cId="4074231981" sldId="283"/>
            <ac:spMk id="2" creationId="{62DFF118-74E6-BCB3-6979-B2D6874BFC0E}"/>
          </ac:spMkLst>
        </pc:spChg>
        <pc:spChg chg="del">
          <ac:chgData name="Caroline Tsotetsi" userId="e66a9a0024d092c7" providerId="LiveId" clId="{9B9CD204-4C8D-4F89-A632-19A1386CF501}" dt="2026-08-20T20:19:13.027" v="4167" actId="931"/>
          <ac:spMkLst>
            <pc:docMk/>
            <pc:sldMk cId="4074231981" sldId="283"/>
            <ac:spMk id="3" creationId="{780D491C-609C-1F4C-AFC0-2AEEE2C72A39}"/>
          </ac:spMkLst>
        </pc:spChg>
        <pc:picChg chg="add mod ord">
          <ac:chgData name="Caroline Tsotetsi" userId="e66a9a0024d092c7" providerId="LiveId" clId="{9B9CD204-4C8D-4F89-A632-19A1386CF501}" dt="2026-08-20T20:19:16.917" v="4168" actId="14100"/>
          <ac:picMkLst>
            <pc:docMk/>
            <pc:sldMk cId="4074231981" sldId="283"/>
            <ac:picMk id="5" creationId="{F3597F31-1F5E-083E-76EF-A3CC2CCEA952}"/>
          </ac:picMkLst>
        </pc:picChg>
      </pc:sldChg>
      <pc:sldChg chg="modSp new mod modTransition">
        <pc:chgData name="Caroline Tsotetsi" userId="e66a9a0024d092c7" providerId="LiveId" clId="{9B9CD204-4C8D-4F89-A632-19A1386CF501}" dt="2026-08-20T20:28:50.757" v="4260"/>
        <pc:sldMkLst>
          <pc:docMk/>
          <pc:sldMk cId="466600218" sldId="287"/>
        </pc:sldMkLst>
        <pc:spChg chg="mod">
          <ac:chgData name="Caroline Tsotetsi" userId="e66a9a0024d092c7" providerId="LiveId" clId="{9B9CD204-4C8D-4F89-A632-19A1386CF501}" dt="2026-08-17T22:27:08.562" v="3005" actId="20577"/>
          <ac:spMkLst>
            <pc:docMk/>
            <pc:sldMk cId="466600218" sldId="287"/>
            <ac:spMk id="2" creationId="{7557D704-0566-F867-55BD-B223A4488F42}"/>
          </ac:spMkLst>
        </pc:spChg>
        <pc:spChg chg="mod">
          <ac:chgData name="Caroline Tsotetsi" userId="e66a9a0024d092c7" providerId="LiveId" clId="{9B9CD204-4C8D-4F89-A632-19A1386CF501}" dt="2026-08-17T22:29:11.965" v="3028" actId="12"/>
          <ac:spMkLst>
            <pc:docMk/>
            <pc:sldMk cId="466600218" sldId="287"/>
            <ac:spMk id="3" creationId="{4ECF8CE3-AA83-1C3D-8300-2C84AC004971}"/>
          </ac:spMkLst>
        </pc:spChg>
      </pc:sldChg>
      <pc:sldChg chg="modSp new mod modTransition">
        <pc:chgData name="Caroline Tsotetsi" userId="e66a9a0024d092c7" providerId="LiveId" clId="{9B9CD204-4C8D-4F89-A632-19A1386CF501}" dt="2026-08-20T20:29:00.340" v="4263"/>
        <pc:sldMkLst>
          <pc:docMk/>
          <pc:sldMk cId="1770964090" sldId="288"/>
        </pc:sldMkLst>
        <pc:spChg chg="mod">
          <ac:chgData name="Caroline Tsotetsi" userId="e66a9a0024d092c7" providerId="LiveId" clId="{9B9CD204-4C8D-4F89-A632-19A1386CF501}" dt="2026-08-17T22:30:48.019" v="3030" actId="20577"/>
          <ac:spMkLst>
            <pc:docMk/>
            <pc:sldMk cId="1770964090" sldId="288"/>
            <ac:spMk id="2" creationId="{35C5A9F7-E5A8-6F8E-1199-9A74F7F3093D}"/>
          </ac:spMkLst>
        </pc:spChg>
        <pc:spChg chg="mod">
          <ac:chgData name="Caroline Tsotetsi" userId="e66a9a0024d092c7" providerId="LiveId" clId="{9B9CD204-4C8D-4F89-A632-19A1386CF501}" dt="2026-08-17T22:16:56.112" v="2954" actId="20577"/>
          <ac:spMkLst>
            <pc:docMk/>
            <pc:sldMk cId="1770964090" sldId="288"/>
            <ac:spMk id="3" creationId="{C0EE2016-B1F7-E50F-F2C9-C194EAB52AA0}"/>
          </ac:spMkLst>
        </pc:spChg>
      </pc:sldChg>
      <pc:sldChg chg="addSp modSp new mod modTransition">
        <pc:chgData name="Caroline Tsotetsi" userId="e66a9a0024d092c7" providerId="LiveId" clId="{9B9CD204-4C8D-4F89-A632-19A1386CF501}" dt="2026-08-20T20:29:07.853" v="4264"/>
        <pc:sldMkLst>
          <pc:docMk/>
          <pc:sldMk cId="2791960711" sldId="289"/>
        </pc:sldMkLst>
        <pc:spChg chg="mod">
          <ac:chgData name="Caroline Tsotetsi" userId="e66a9a0024d092c7" providerId="LiveId" clId="{9B9CD204-4C8D-4F89-A632-19A1386CF501}" dt="2026-08-07T14:47:24.541" v="35"/>
          <ac:spMkLst>
            <pc:docMk/>
            <pc:sldMk cId="2791960711" sldId="289"/>
            <ac:spMk id="2" creationId="{E01B16E4-2748-7CD3-9FB2-EF11844D6547}"/>
          </ac:spMkLst>
        </pc:spChg>
        <pc:spChg chg="mod">
          <ac:chgData name="Caroline Tsotetsi" userId="e66a9a0024d092c7" providerId="LiveId" clId="{9B9CD204-4C8D-4F89-A632-19A1386CF501}" dt="2026-08-17T22:47:31.125" v="3478" actId="20577"/>
          <ac:spMkLst>
            <pc:docMk/>
            <pc:sldMk cId="2791960711" sldId="289"/>
            <ac:spMk id="3" creationId="{F4EE4ADE-D6E4-5417-F7E0-70E07AF34EF0}"/>
          </ac:spMkLst>
        </pc:spChg>
        <pc:picChg chg="add mod">
          <ac:chgData name="Caroline Tsotetsi" userId="e66a9a0024d092c7" providerId="LiveId" clId="{9B9CD204-4C8D-4F89-A632-19A1386CF501}" dt="2026-08-17T22:46:07.140" v="3458" actId="1076"/>
          <ac:picMkLst>
            <pc:docMk/>
            <pc:sldMk cId="2791960711" sldId="289"/>
            <ac:picMk id="5" creationId="{53E49FBC-AE93-1189-74CC-03E93192B768}"/>
          </ac:picMkLst>
        </pc:picChg>
        <pc:picChg chg="add mod">
          <ac:chgData name="Caroline Tsotetsi" userId="e66a9a0024d092c7" providerId="LiveId" clId="{9B9CD204-4C8D-4F89-A632-19A1386CF501}" dt="2026-08-17T22:47:03.097" v="3473" actId="1076"/>
          <ac:picMkLst>
            <pc:docMk/>
            <pc:sldMk cId="2791960711" sldId="289"/>
            <ac:picMk id="7" creationId="{E02B0F4E-0515-8F80-FCC3-92F03B9DBAE9}"/>
          </ac:picMkLst>
        </pc:picChg>
        <pc:picChg chg="add mod">
          <ac:chgData name="Caroline Tsotetsi" userId="e66a9a0024d092c7" providerId="LiveId" clId="{9B9CD204-4C8D-4F89-A632-19A1386CF501}" dt="2026-08-17T22:46:21.791" v="3460" actId="1076"/>
          <ac:picMkLst>
            <pc:docMk/>
            <pc:sldMk cId="2791960711" sldId="289"/>
            <ac:picMk id="9" creationId="{A49B6294-2D11-C20D-661A-D0E2AAD5D607}"/>
          </ac:picMkLst>
        </pc:picChg>
        <pc:picChg chg="add mod">
          <ac:chgData name="Caroline Tsotetsi" userId="e66a9a0024d092c7" providerId="LiveId" clId="{9B9CD204-4C8D-4F89-A632-19A1386CF501}" dt="2026-08-17T22:46:30.887" v="3461" actId="1076"/>
          <ac:picMkLst>
            <pc:docMk/>
            <pc:sldMk cId="2791960711" sldId="289"/>
            <ac:picMk id="11" creationId="{CF3D8368-7899-4BD0-CE24-A46E103A878D}"/>
          </ac:picMkLst>
        </pc:picChg>
        <pc:picChg chg="add mod">
          <ac:chgData name="Caroline Tsotetsi" userId="e66a9a0024d092c7" providerId="LiveId" clId="{9B9CD204-4C8D-4F89-A632-19A1386CF501}" dt="2026-08-17T22:46:11.968" v="3459" actId="1076"/>
          <ac:picMkLst>
            <pc:docMk/>
            <pc:sldMk cId="2791960711" sldId="289"/>
            <ac:picMk id="13" creationId="{31A8AE3A-D06A-86D6-4F99-95331012A644}"/>
          </ac:picMkLst>
        </pc:picChg>
      </pc:sldChg>
      <pc:sldChg chg="addSp delSp modSp new mod modTransition modClrScheme chgLayout">
        <pc:chgData name="Caroline Tsotetsi" userId="e66a9a0024d092c7" providerId="LiveId" clId="{9B9CD204-4C8D-4F89-A632-19A1386CF501}" dt="2026-08-20T20:29:17.817" v="4266"/>
        <pc:sldMkLst>
          <pc:docMk/>
          <pc:sldMk cId="1783735227" sldId="290"/>
        </pc:sldMkLst>
        <pc:spChg chg="mod ord">
          <ac:chgData name="Caroline Tsotetsi" userId="e66a9a0024d092c7" providerId="LiveId" clId="{9B9CD204-4C8D-4F89-A632-19A1386CF501}" dt="2026-08-07T15:53:45.894" v="2453" actId="700"/>
          <ac:spMkLst>
            <pc:docMk/>
            <pc:sldMk cId="1783735227" sldId="290"/>
            <ac:spMk id="2" creationId="{BC1CE2F6-E698-878F-3F3E-11ADA8089921}"/>
          </ac:spMkLst>
        </pc:spChg>
        <pc:spChg chg="add mod ord">
          <ac:chgData name="Caroline Tsotetsi" userId="e66a9a0024d092c7" providerId="LiveId" clId="{9B9CD204-4C8D-4F89-A632-19A1386CF501}" dt="2026-08-07T15:53:54.807" v="2467" actId="20577"/>
          <ac:spMkLst>
            <pc:docMk/>
            <pc:sldMk cId="1783735227" sldId="290"/>
            <ac:spMk id="6" creationId="{5B5E4253-952A-2947-2770-986240FC4B24}"/>
          </ac:spMkLst>
        </pc:spChg>
      </pc:sldChg>
      <pc:sldChg chg="modSp new mod modTransition">
        <pc:chgData name="Caroline Tsotetsi" userId="e66a9a0024d092c7" providerId="LiveId" clId="{9B9CD204-4C8D-4F89-A632-19A1386CF501}" dt="2026-08-20T20:26:59.281" v="4240"/>
        <pc:sldMkLst>
          <pc:docMk/>
          <pc:sldMk cId="2519448608" sldId="292"/>
        </pc:sldMkLst>
        <pc:spChg chg="mod">
          <ac:chgData name="Caroline Tsotetsi" userId="e66a9a0024d092c7" providerId="LiveId" clId="{9B9CD204-4C8D-4F89-A632-19A1386CF501}" dt="2026-08-07T14:56:11.701" v="58" actId="5793"/>
          <ac:spMkLst>
            <pc:docMk/>
            <pc:sldMk cId="2519448608" sldId="292"/>
            <ac:spMk id="2" creationId="{923D2CAD-B31C-6556-E53B-8362077B193A}"/>
          </ac:spMkLst>
        </pc:spChg>
        <pc:spChg chg="mod">
          <ac:chgData name="Caroline Tsotetsi" userId="e66a9a0024d092c7" providerId="LiveId" clId="{9B9CD204-4C8D-4F89-A632-19A1386CF501}" dt="2026-08-07T15:02:51.545" v="602" actId="113"/>
          <ac:spMkLst>
            <pc:docMk/>
            <pc:sldMk cId="2519448608" sldId="292"/>
            <ac:spMk id="3" creationId="{C3897C24-3456-E7C7-D6C1-2BDC41990AD5}"/>
          </ac:spMkLst>
        </pc:spChg>
      </pc:sldChg>
      <pc:sldChg chg="modSp new mod modTransition">
        <pc:chgData name="Caroline Tsotetsi" userId="e66a9a0024d092c7" providerId="LiveId" clId="{9B9CD204-4C8D-4F89-A632-19A1386CF501}" dt="2026-08-20T20:29:12.538" v="4265"/>
        <pc:sldMkLst>
          <pc:docMk/>
          <pc:sldMk cId="1899088541" sldId="294"/>
        </pc:sldMkLst>
        <pc:spChg chg="mod">
          <ac:chgData name="Caroline Tsotetsi" userId="e66a9a0024d092c7" providerId="LiveId" clId="{9B9CD204-4C8D-4F89-A632-19A1386CF501}" dt="2026-08-17T22:48:04.830" v="3489" actId="20577"/>
          <ac:spMkLst>
            <pc:docMk/>
            <pc:sldMk cId="1899088541" sldId="294"/>
            <ac:spMk id="2" creationId="{795D45C7-134B-8B38-28DD-52DF274192B3}"/>
          </ac:spMkLst>
        </pc:spChg>
        <pc:spChg chg="mod">
          <ac:chgData name="Caroline Tsotetsi" userId="e66a9a0024d092c7" providerId="LiveId" clId="{9B9CD204-4C8D-4F89-A632-19A1386CF501}" dt="2026-08-17T22:52:26.656" v="4150" actId="20577"/>
          <ac:spMkLst>
            <pc:docMk/>
            <pc:sldMk cId="1899088541" sldId="294"/>
            <ac:spMk id="3" creationId="{E48058F1-1167-2B1A-9CD9-F4F2A6DEA5A6}"/>
          </ac:spMkLst>
        </pc:spChg>
      </pc:sldChg>
      <pc:sldChg chg="addSp delSp modSp add mod modTransition">
        <pc:chgData name="Caroline Tsotetsi" userId="e66a9a0024d092c7" providerId="LiveId" clId="{9B9CD204-4C8D-4F89-A632-19A1386CF501}" dt="2026-08-20T20:27:43.520" v="4250"/>
        <pc:sldMkLst>
          <pc:docMk/>
          <pc:sldMk cId="4212468609" sldId="295"/>
        </pc:sldMkLst>
        <pc:spChg chg="mod">
          <ac:chgData name="Caroline Tsotetsi" userId="e66a9a0024d092c7" providerId="LiveId" clId="{9B9CD204-4C8D-4F89-A632-19A1386CF501}" dt="2026-08-20T20:23:21.344" v="4197" actId="5793"/>
          <ac:spMkLst>
            <pc:docMk/>
            <pc:sldMk cId="4212468609" sldId="295"/>
            <ac:spMk id="2" creationId="{C2D24280-F8BE-83AE-561E-535FC8B15B32}"/>
          </ac:spMkLst>
        </pc:spChg>
        <pc:spChg chg="add mod">
          <ac:chgData name="Caroline Tsotetsi" userId="e66a9a0024d092c7" providerId="LiveId" clId="{9B9CD204-4C8D-4F89-A632-19A1386CF501}" dt="2026-08-20T20:24:09.392" v="4207" actId="207"/>
          <ac:spMkLst>
            <pc:docMk/>
            <pc:sldMk cId="4212468609" sldId="295"/>
            <ac:spMk id="4" creationId="{C7E615AD-6663-AC5C-7C7C-D81B42706853}"/>
          </ac:spMkLst>
        </pc:spChg>
        <pc:picChg chg="del">
          <ac:chgData name="Caroline Tsotetsi" userId="e66a9a0024d092c7" providerId="LiveId" clId="{9B9CD204-4C8D-4F89-A632-19A1386CF501}" dt="2026-08-20T20:23:01.833" v="4173" actId="478"/>
          <ac:picMkLst>
            <pc:docMk/>
            <pc:sldMk cId="4212468609" sldId="295"/>
            <ac:picMk id="5" creationId="{F8CA1FD8-B35E-1234-03B7-F5339A44EA50}"/>
          </ac:picMkLst>
        </pc:picChg>
      </pc:sldChg>
      <pc:sldChg chg="addSp delSp modSp add mod modTransition">
        <pc:chgData name="Caroline Tsotetsi" userId="e66a9a0024d092c7" providerId="LiveId" clId="{9B9CD204-4C8D-4F89-A632-19A1386CF501}" dt="2026-08-20T20:28:46.187" v="4259"/>
        <pc:sldMkLst>
          <pc:docMk/>
          <pc:sldMk cId="1226399316" sldId="296"/>
        </pc:sldMkLst>
        <pc:spChg chg="mod">
          <ac:chgData name="Caroline Tsotetsi" userId="e66a9a0024d092c7" providerId="LiveId" clId="{9B9CD204-4C8D-4F89-A632-19A1386CF501}" dt="2026-08-20T20:25:09.916" v="4223" actId="20577"/>
          <ac:spMkLst>
            <pc:docMk/>
            <pc:sldMk cId="1226399316" sldId="296"/>
            <ac:spMk id="2" creationId="{8B114F43-12F3-CD4F-7A50-9C1E4FB76284}"/>
          </ac:spMkLst>
        </pc:spChg>
        <pc:spChg chg="add mod">
          <ac:chgData name="Caroline Tsotetsi" userId="e66a9a0024d092c7" providerId="LiveId" clId="{9B9CD204-4C8D-4F89-A632-19A1386CF501}" dt="2026-08-20T20:25:16.617" v="4232" actId="20577"/>
          <ac:spMkLst>
            <pc:docMk/>
            <pc:sldMk cId="1226399316" sldId="296"/>
            <ac:spMk id="4" creationId="{66430A33-334E-72F4-FC81-D20F1F271475}"/>
          </ac:spMkLst>
        </pc:spChg>
        <pc:picChg chg="del">
          <ac:chgData name="Caroline Tsotetsi" userId="e66a9a0024d092c7" providerId="LiveId" clId="{9B9CD204-4C8D-4F89-A632-19A1386CF501}" dt="2026-08-20T20:25:00.373" v="4209" actId="478"/>
          <ac:picMkLst>
            <pc:docMk/>
            <pc:sldMk cId="1226399316" sldId="296"/>
            <ac:picMk id="5" creationId="{805CA39A-489C-2D44-045D-C4502F1A4F7F}"/>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18/5/colors/Iconchunking_neutralicon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CircleLabelList" loCatId="icon" qsTypeId="urn:microsoft.com/office/officeart/2005/8/quickstyle/simple2" qsCatId="simple" csTypeId="urn:microsoft.com/office/officeart/2018/5/colors/Iconchunking_neutralicon_accent2_2" csCatId="accent2" phldr="1"/>
      <dgm:spPr/>
      <dgm:t>
        <a:bodyPr/>
        <a:lstStyle/>
        <a:p>
          <a:endParaRPr lang="en-US"/>
        </a:p>
      </dgm:t>
    </dgm:pt>
    <dgm:pt modelId="{40FC4FFE-8987-4A26-B7F4-8A516F18ADAE}">
      <dgm:prSet/>
      <dgm:spPr/>
      <dgm:t>
        <a:bodyPr/>
        <a:lstStyle/>
        <a:p>
          <a:pPr>
            <a:lnSpc>
              <a:spcPct val="100000"/>
            </a:lnSpc>
            <a:defRPr cap="all"/>
          </a:pPr>
          <a:r>
            <a:rPr lang="en-US" dirty="0"/>
            <a:t>Grow bright tv’s user base</a:t>
          </a:r>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dgm:spPr/>
      <dgm:t>
        <a:bodyPr/>
        <a:lstStyle/>
        <a:p>
          <a:pPr>
            <a:lnSpc>
              <a:spcPct val="100000"/>
            </a:lnSpc>
            <a:defRPr cap="all"/>
          </a:pPr>
          <a:r>
            <a:rPr lang="en-GB" dirty="0"/>
            <a:t>Understand who Bright TV’s customers are</a:t>
          </a:r>
          <a:endParaRPr lang="en-US" dirty="0"/>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defRPr cap="all"/>
          </a:pPr>
          <a:r>
            <a:rPr lang="en-GB" dirty="0"/>
            <a:t>Identify factors affecting viewing behaviour</a:t>
          </a:r>
          <a:endParaRPr lang="en-US" dirty="0"/>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50B3CE7C-E10B-4E23-BD93-03664997C932}" type="pres">
      <dgm:prSet presAssocID="{01A66772-F185-4D58-B8BB-E9370D7A7A2B}" presName="root" presStyleCnt="0">
        <dgm:presLayoutVars>
          <dgm:dir/>
          <dgm:resizeHandles val="exact"/>
        </dgm:presLayoutVars>
      </dgm:prSet>
      <dgm:spPr/>
    </dgm:pt>
    <dgm:pt modelId="{DE9CE479-E4AE-4283-AEF1-10C1535B4324}" type="pres">
      <dgm:prSet presAssocID="{40FC4FFE-8987-4A26-B7F4-8A516F18ADAE}" presName="compNode" presStyleCnt="0"/>
      <dgm:spPr/>
    </dgm:pt>
    <dgm:pt modelId="{B59FCF02-CAD2-4D6F-9542-AD86711168CA}" type="pres">
      <dgm:prSet presAssocID="{40FC4FFE-8987-4A26-B7F4-8A516F18ADAE}" presName="iconBgRect" presStyleLbl="bgShp" presStyleIdx="0" presStyleCnt="3"/>
      <dgm:spPr/>
    </dgm:pt>
    <dgm:pt modelId="{7C175B98-93F4-4D7C-BB95-1514AB879CD5}" type="pres">
      <dgm:prSet presAssocID="{40FC4FFE-8987-4A26-B7F4-8A516F18ADAE}"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Bar graph with upward trend with solid fill"/>
        </a:ext>
      </dgm:extLst>
    </dgm:pt>
    <dgm:pt modelId="{677A3090-5F01-43FD-9FA6-C0420AD80FD6}" type="pres">
      <dgm:prSet presAssocID="{40FC4FFE-8987-4A26-B7F4-8A516F18ADAE}" presName="spaceRect" presStyleCnt="0"/>
      <dgm:spPr/>
    </dgm:pt>
    <dgm:pt modelId="{127117FB-F8A7-4A20-A8A7-EC686DDC76D0}" type="pres">
      <dgm:prSet presAssocID="{40FC4FFE-8987-4A26-B7F4-8A516F18ADAE}" presName="textRect" presStyleLbl="revTx" presStyleIdx="0" presStyleCnt="3">
        <dgm:presLayoutVars>
          <dgm:chMax val="1"/>
          <dgm:chPref val="1"/>
        </dgm:presLayoutVars>
      </dgm:prSet>
      <dgm:spPr/>
    </dgm:pt>
    <dgm:pt modelId="{FD1EED9C-83D3-41AD-A09B-D3B36354168F}" type="pres">
      <dgm:prSet presAssocID="{5B62599A-5C9B-48E7-896E-EA782AC60C8B}" presName="sibTrans" presStyleCnt="0"/>
      <dgm:spPr/>
    </dgm:pt>
    <dgm:pt modelId="{C998AB0A-577D-44AA-A068-F634DDE7BD47}" type="pres">
      <dgm:prSet presAssocID="{49225C73-1633-42F1-AB3B-7CB183E5F8B8}" presName="compNode" presStyleCnt="0"/>
      <dgm:spPr/>
    </dgm:pt>
    <dgm:pt modelId="{BCD8CDD9-0C56-4401-ADB1-8B48DAB2C96F}" type="pres">
      <dgm:prSet presAssocID="{49225C73-1633-42F1-AB3B-7CB183E5F8B8}" presName="iconBgRect" presStyleLbl="bgShp" presStyleIdx="1" presStyleCnt="3"/>
      <dgm:spPr/>
    </dgm:pt>
    <dgm:pt modelId="{DB4CA7C4-FCA1-4127-B20A-2A5C031A3CF4}" type="pres">
      <dgm:prSet presAssocID="{49225C73-1633-42F1-AB3B-7CB183E5F8B8}"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User with solid fill"/>
        </a:ext>
      </dgm:extLst>
    </dgm:pt>
    <dgm:pt modelId="{9B0C8FBF-0BDD-48A5-967E-F3FE71659F6A}" type="pres">
      <dgm:prSet presAssocID="{49225C73-1633-42F1-AB3B-7CB183E5F8B8}" presName="spaceRect" presStyleCnt="0"/>
      <dgm:spPr/>
    </dgm:pt>
    <dgm:pt modelId="{7E6FE37A-5DB0-4899-9FCB-0CE39BC185F8}" type="pres">
      <dgm:prSet presAssocID="{49225C73-1633-42F1-AB3B-7CB183E5F8B8}" presName="textRect" presStyleLbl="revTx" presStyleIdx="1" presStyleCnt="3">
        <dgm:presLayoutVars>
          <dgm:chMax val="1"/>
          <dgm:chPref val="1"/>
        </dgm:presLayoutVars>
      </dgm:prSet>
      <dgm:spPr/>
    </dgm:pt>
    <dgm:pt modelId="{5A266296-0042-402F-92EF-D59AB148E92E}" type="pres">
      <dgm:prSet presAssocID="{9646853A-8964-4519-A5B1-0B7D18B2983D}" presName="sibTrans" presStyleCnt="0"/>
      <dgm:spPr/>
    </dgm:pt>
    <dgm:pt modelId="{ECFA770B-DE2C-4683-A038-58D0FE44BC27}" type="pres">
      <dgm:prSet presAssocID="{1C383F32-22E8-4F62-A3E0-BDC3D5F48992}" presName="compNode" presStyleCnt="0"/>
      <dgm:spPr/>
    </dgm:pt>
    <dgm:pt modelId="{FF93E135-77D6-48A0-8871-9BC93D705D06}" type="pres">
      <dgm:prSet presAssocID="{1C383F32-22E8-4F62-A3E0-BDC3D5F48992}" presName="iconBgRect" presStyleLbl="bgShp" presStyleIdx="2" presStyleCnt="3"/>
      <dgm:spPr/>
    </dgm:pt>
    <dgm:pt modelId="{39509775-983E-4110-B989-EE2CD6514BE0}" type="pres">
      <dgm:prSet presAssocID="{1C383F32-22E8-4F62-A3E0-BDC3D5F48992}" presName="iconRect" presStyleLbl="node1" presStyleIdx="2" presStyleCnt="3" custLinFactNeighborX="-859" custLinFactNeighborY="-551"/>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Theatre with solid fill"/>
        </a:ext>
      </dgm:extLst>
    </dgm:pt>
    <dgm:pt modelId="{493B43B2-705C-4AE5-8A77-D8DEEDA1B5CF}" type="pres">
      <dgm:prSet presAssocID="{1C383F32-22E8-4F62-A3E0-BDC3D5F48992}" presName="spaceRect" presStyleCnt="0"/>
      <dgm:spPr/>
    </dgm:pt>
    <dgm:pt modelId="{1AEDC777-00B3-41D7-9AE1-23D741E941C3}"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7A710F69-5154-4855-ACF5-BC7C1BF85A80}" type="presOf" srcId="{49225C73-1633-42F1-AB3B-7CB183E5F8B8}" destId="{7E6FE37A-5DB0-4899-9FCB-0CE39BC185F8}" srcOrd="0" destOrd="0" presId="urn:microsoft.com/office/officeart/2018/5/layout/IconCircleLabelList"/>
    <dgm:cxn modelId="{C7AD8469-3C68-4AF9-AB82-79B0043AA120}" srcId="{01A66772-F185-4D58-B8BB-E9370D7A7A2B}" destId="{40FC4FFE-8987-4A26-B7F4-8A516F18ADAE}" srcOrd="0" destOrd="0" parTransId="{CAD7EF86-FB23-41F6-BF42-040B36DEFDB1}" sibTransId="{5B62599A-5C9B-48E7-896E-EA782AC60C8B}"/>
    <dgm:cxn modelId="{676D3A6A-6EA7-4483-BB12-0BD4A7D7AF9D}" type="presOf" srcId="{01A66772-F185-4D58-B8BB-E9370D7A7A2B}" destId="{50B3CE7C-E10B-4E23-BD93-03664997C932}" srcOrd="0" destOrd="0" presId="urn:microsoft.com/office/officeart/2018/5/layout/IconCircleLabelList"/>
    <dgm:cxn modelId="{1496FC70-DB8B-48D4-98DE-DD2856E389EE}" type="presOf" srcId="{1C383F32-22E8-4F62-A3E0-BDC3D5F48992}" destId="{1AEDC777-00B3-41D7-9AE1-23D741E941C3}" srcOrd="0" destOrd="0" presId="urn:microsoft.com/office/officeart/2018/5/layout/IconCircleLabelList"/>
    <dgm:cxn modelId="{C4CCE57E-E871-46D6-BAD5-880252C95D22}" srcId="{01A66772-F185-4D58-B8BB-E9370D7A7A2B}" destId="{1C383F32-22E8-4F62-A3E0-BDC3D5F48992}" srcOrd="2" destOrd="0" parTransId="{A7920A2F-3244-4159-AF04-6A1D38B7B317}" sibTransId="{8500F72A-2C6D-4FDF-9C1D-CA691380EB0B}"/>
    <dgm:cxn modelId="{355227E3-55E0-4343-BC8D-FC0EB1694F48}" type="presOf" srcId="{40FC4FFE-8987-4A26-B7F4-8A516F18ADAE}" destId="{127117FB-F8A7-4A20-A8A7-EC686DDC76D0}" srcOrd="0" destOrd="0" presId="urn:microsoft.com/office/officeart/2018/5/layout/IconCircleLabelList"/>
    <dgm:cxn modelId="{555498CB-3ED1-404E-A25F-EB243EFC5FB1}" type="presParOf" srcId="{50B3CE7C-E10B-4E23-BD93-03664997C932}" destId="{DE9CE479-E4AE-4283-AEF1-10C1535B4324}" srcOrd="0" destOrd="0" presId="urn:microsoft.com/office/officeart/2018/5/layout/IconCircleLabelList"/>
    <dgm:cxn modelId="{11F12D49-CD08-4D50-BD13-3ECBC3A476A4}" type="presParOf" srcId="{DE9CE479-E4AE-4283-AEF1-10C1535B4324}" destId="{B59FCF02-CAD2-4D6F-9542-AD86711168CA}" srcOrd="0" destOrd="0" presId="urn:microsoft.com/office/officeart/2018/5/layout/IconCircleLabelList"/>
    <dgm:cxn modelId="{F443A659-540B-487B-97F9-49219CF60D6B}" type="presParOf" srcId="{DE9CE479-E4AE-4283-AEF1-10C1535B4324}" destId="{7C175B98-93F4-4D7C-BB95-1514AB879CD5}" srcOrd="1" destOrd="0" presId="urn:microsoft.com/office/officeart/2018/5/layout/IconCircleLabelList"/>
    <dgm:cxn modelId="{A503D7AB-7D64-4163-93B5-1CEEDAE81823}" type="presParOf" srcId="{DE9CE479-E4AE-4283-AEF1-10C1535B4324}" destId="{677A3090-5F01-43FD-9FA6-C0420AD80FD6}" srcOrd="2" destOrd="0" presId="urn:microsoft.com/office/officeart/2018/5/layout/IconCircleLabelList"/>
    <dgm:cxn modelId="{780188ED-7DCE-45BB-B6AF-91BE48969612}" type="presParOf" srcId="{DE9CE479-E4AE-4283-AEF1-10C1535B4324}" destId="{127117FB-F8A7-4A20-A8A7-EC686DDC76D0}" srcOrd="3" destOrd="0" presId="urn:microsoft.com/office/officeart/2018/5/layout/IconCircleLabelList"/>
    <dgm:cxn modelId="{155719F8-A89B-4E96-BC49-C48BC717F480}" type="presParOf" srcId="{50B3CE7C-E10B-4E23-BD93-03664997C932}" destId="{FD1EED9C-83D3-41AD-A09B-D3B36354168F}" srcOrd="1" destOrd="0" presId="urn:microsoft.com/office/officeart/2018/5/layout/IconCircleLabelList"/>
    <dgm:cxn modelId="{2772E199-56B0-4310-A55E-67D00CA3E59E}" type="presParOf" srcId="{50B3CE7C-E10B-4E23-BD93-03664997C932}" destId="{C998AB0A-577D-44AA-A068-F634DDE7BD47}" srcOrd="2" destOrd="0" presId="urn:microsoft.com/office/officeart/2018/5/layout/IconCircleLabelList"/>
    <dgm:cxn modelId="{4E351D18-D97F-4B92-A608-2E9600B91C28}" type="presParOf" srcId="{C998AB0A-577D-44AA-A068-F634DDE7BD47}" destId="{BCD8CDD9-0C56-4401-ADB1-8B48DAB2C96F}" srcOrd="0" destOrd="0" presId="urn:microsoft.com/office/officeart/2018/5/layout/IconCircleLabelList"/>
    <dgm:cxn modelId="{B3DC724C-4569-4E9D-BD5A-49E4CD991FD0}" type="presParOf" srcId="{C998AB0A-577D-44AA-A068-F634DDE7BD47}" destId="{DB4CA7C4-FCA1-4127-B20A-2A5C031A3CF4}" srcOrd="1" destOrd="0" presId="urn:microsoft.com/office/officeart/2018/5/layout/IconCircleLabelList"/>
    <dgm:cxn modelId="{AD1AB552-CCE0-4911-BB9E-5D4A60B21F4F}" type="presParOf" srcId="{C998AB0A-577D-44AA-A068-F634DDE7BD47}" destId="{9B0C8FBF-0BDD-48A5-967E-F3FE71659F6A}" srcOrd="2" destOrd="0" presId="urn:microsoft.com/office/officeart/2018/5/layout/IconCircleLabelList"/>
    <dgm:cxn modelId="{8558F796-2D01-40FE-A21A-7530EEBC3BC3}" type="presParOf" srcId="{C998AB0A-577D-44AA-A068-F634DDE7BD47}" destId="{7E6FE37A-5DB0-4899-9FCB-0CE39BC185F8}" srcOrd="3" destOrd="0" presId="urn:microsoft.com/office/officeart/2018/5/layout/IconCircleLabelList"/>
    <dgm:cxn modelId="{1532E2BE-82E9-40A4-A6F7-40B60FC879AE}" type="presParOf" srcId="{50B3CE7C-E10B-4E23-BD93-03664997C932}" destId="{5A266296-0042-402F-92EF-D59AB148E92E}" srcOrd="3" destOrd="0" presId="urn:microsoft.com/office/officeart/2018/5/layout/IconCircleLabelList"/>
    <dgm:cxn modelId="{3A7F4DB9-1469-4F58-B633-24B7EEE084D1}" type="presParOf" srcId="{50B3CE7C-E10B-4E23-BD93-03664997C932}" destId="{ECFA770B-DE2C-4683-A038-58D0FE44BC27}" srcOrd="4" destOrd="0" presId="urn:microsoft.com/office/officeart/2018/5/layout/IconCircleLabelList"/>
    <dgm:cxn modelId="{91311827-CDAC-4BA8-B4A3-117AFD1CEE2D}" type="presParOf" srcId="{ECFA770B-DE2C-4683-A038-58D0FE44BC27}" destId="{FF93E135-77D6-48A0-8871-9BC93D705D06}" srcOrd="0" destOrd="0" presId="urn:microsoft.com/office/officeart/2018/5/layout/IconCircleLabelList"/>
    <dgm:cxn modelId="{83B7CA40-11B7-4507-8422-A40F02D469B2}" type="presParOf" srcId="{ECFA770B-DE2C-4683-A038-58D0FE44BC27}" destId="{39509775-983E-4110-B989-EE2CD6514BE0}" srcOrd="1" destOrd="0" presId="urn:microsoft.com/office/officeart/2018/5/layout/IconCircleLabelList"/>
    <dgm:cxn modelId="{A44BB251-01EB-4DEF-A28C-6D495183E4DC}" type="presParOf" srcId="{ECFA770B-DE2C-4683-A038-58D0FE44BC27}" destId="{493B43B2-705C-4AE5-8A77-D8DEEDA1B5CF}" srcOrd="2" destOrd="0" presId="urn:microsoft.com/office/officeart/2018/5/layout/IconCircleLabelList"/>
    <dgm:cxn modelId="{1EFA52DF-3C80-4DAA-BED6-AFE2F81796B2}" type="presParOf" srcId="{ECFA770B-DE2C-4683-A038-58D0FE44BC27}" destId="{1AEDC777-00B3-41D7-9AE1-23D741E941C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9FCF02-CAD2-4D6F-9542-AD86711168CA}">
      <dsp:nvSpPr>
        <dsp:cNvPr id="0" name=""/>
        <dsp:cNvSpPr/>
      </dsp:nvSpPr>
      <dsp:spPr>
        <a:xfrm>
          <a:off x="614381" y="503862"/>
          <a:ext cx="1749937" cy="17499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175B98-93F4-4D7C-BB95-1514AB879CD5}">
      <dsp:nvSpPr>
        <dsp:cNvPr id="0" name=""/>
        <dsp:cNvSpPr/>
      </dsp:nvSpPr>
      <dsp:spPr>
        <a:xfrm>
          <a:off x="987318" y="876800"/>
          <a:ext cx="1004062" cy="100406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solidFill>
            <a:schemeClr val="lt1">
              <a:alpha val="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127117FB-F8A7-4A20-A8A7-EC686DDC76D0}">
      <dsp:nvSpPr>
        <dsp:cNvPr id="0" name=""/>
        <dsp:cNvSpPr/>
      </dsp:nvSpPr>
      <dsp:spPr>
        <a:xfrm>
          <a:off x="54974"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t>Grow bright tv’s user base</a:t>
          </a:r>
        </a:p>
      </dsp:txBody>
      <dsp:txXfrm>
        <a:off x="54974" y="2798862"/>
        <a:ext cx="2868750" cy="720000"/>
      </dsp:txXfrm>
    </dsp:sp>
    <dsp:sp modelId="{BCD8CDD9-0C56-4401-ADB1-8B48DAB2C96F}">
      <dsp:nvSpPr>
        <dsp:cNvPr id="0" name=""/>
        <dsp:cNvSpPr/>
      </dsp:nvSpPr>
      <dsp:spPr>
        <a:xfrm>
          <a:off x="3985162" y="503862"/>
          <a:ext cx="1749937" cy="17499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4CA7C4-FCA1-4127-B20A-2A5C031A3CF4}">
      <dsp:nvSpPr>
        <dsp:cNvPr id="0" name=""/>
        <dsp:cNvSpPr/>
      </dsp:nvSpPr>
      <dsp:spPr>
        <a:xfrm>
          <a:off x="4358099" y="876800"/>
          <a:ext cx="1004062" cy="100406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lt1">
              <a:alpha val="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7E6FE37A-5DB0-4899-9FCB-0CE39BC185F8}">
      <dsp:nvSpPr>
        <dsp:cNvPr id="0" name=""/>
        <dsp:cNvSpPr/>
      </dsp:nvSpPr>
      <dsp:spPr>
        <a:xfrm>
          <a:off x="3425756"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GB" sz="1800" kern="1200" dirty="0"/>
            <a:t>Understand who Bright TV’s customers are</a:t>
          </a:r>
          <a:endParaRPr lang="en-US" sz="1800" kern="1200" dirty="0"/>
        </a:p>
      </dsp:txBody>
      <dsp:txXfrm>
        <a:off x="3425756" y="2798862"/>
        <a:ext cx="2868750" cy="720000"/>
      </dsp:txXfrm>
    </dsp:sp>
    <dsp:sp modelId="{FF93E135-77D6-48A0-8871-9BC93D705D06}">
      <dsp:nvSpPr>
        <dsp:cNvPr id="0" name=""/>
        <dsp:cNvSpPr/>
      </dsp:nvSpPr>
      <dsp:spPr>
        <a:xfrm>
          <a:off x="7355943" y="503862"/>
          <a:ext cx="1749937" cy="17499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509775-983E-4110-B989-EE2CD6514BE0}">
      <dsp:nvSpPr>
        <dsp:cNvPr id="0" name=""/>
        <dsp:cNvSpPr/>
      </dsp:nvSpPr>
      <dsp:spPr>
        <a:xfrm>
          <a:off x="7720256" y="871267"/>
          <a:ext cx="1004062" cy="100406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lt1">
              <a:alpha val="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1AEDC777-00B3-41D7-9AE1-23D741E941C3}">
      <dsp:nvSpPr>
        <dsp:cNvPr id="0" name=""/>
        <dsp:cNvSpPr/>
      </dsp:nvSpPr>
      <dsp:spPr>
        <a:xfrm>
          <a:off x="6796537"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GB" sz="1800" kern="1200" dirty="0"/>
            <a:t>Identify factors affecting viewing behaviour</a:t>
          </a:r>
          <a:endParaRPr lang="en-US" sz="1800" kern="1200" dirty="0"/>
        </a:p>
      </dsp:txBody>
      <dsp:txXfrm>
        <a:off x="6796537" y="2798862"/>
        <a:ext cx="28687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8/20/2026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8/20/2026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8/20/2026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8/20/2026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8/20/2026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8/20/2026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8/20/2026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8/20/2026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0"/>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anchor="b">
            <a:normAutofit/>
          </a:bodyPr>
          <a:lstStyle/>
          <a:p>
            <a:pPr algn="l"/>
            <a:r>
              <a:rPr lang="en-US" dirty="0">
                <a:solidFill>
                  <a:srgbClr val="FFFFFF"/>
                </a:solidFill>
              </a:rPr>
              <a:t>Bright tv viewership analytics</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a:bodyPr>
          <a:lstStyle/>
          <a:p>
            <a:r>
              <a:rPr lang="en-US" dirty="0">
                <a:solidFill>
                  <a:srgbClr val="FFFFFF"/>
                </a:solidFill>
              </a:rPr>
              <a:t>Prepared by : Boitumelo Tsotetsi 	Student Nr: 2805002206</a:t>
            </a:r>
          </a:p>
          <a:p>
            <a:endParaRPr lang="en-US" dirty="0">
              <a:solidFill>
                <a:srgbClr val="FFFFFF"/>
              </a:solidFill>
            </a:endParaRP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8" y="585216"/>
            <a:ext cx="9720072" cy="1499616"/>
          </a:xfrm>
        </p:spPr>
        <p:txBody>
          <a:bodyPr>
            <a:normAutofit/>
          </a:bodyPr>
          <a:lstStyle/>
          <a:p>
            <a:r>
              <a:rPr lang="en-US" dirty="0"/>
              <a:t>Business objective</a:t>
            </a:r>
          </a:p>
        </p:txBody>
      </p:sp>
      <p:graphicFrame>
        <p:nvGraphicFramePr>
          <p:cNvPr id="5" name="Content Placeholder 2" descr="SmartArt graphic placeholder">
            <a:extLst>
              <a:ext uri="{FF2B5EF4-FFF2-40B4-BE49-F238E27FC236}">
                <a16:creationId xmlns:a16="http://schemas.microsoft.com/office/drawing/2014/main" id="{91DB1382-7276-49FA-9632-38D558F457E3}"/>
              </a:ext>
            </a:extLst>
          </p:cNvPr>
          <p:cNvGraphicFramePr>
            <a:graphicFrameLocks noGrp="1"/>
          </p:cNvGraphicFramePr>
          <p:nvPr>
            <p:ph idx="1"/>
            <p:extLst>
              <p:ext uri="{D42A27DB-BD31-4B8C-83A1-F6EECF244321}">
                <p14:modId xmlns:p14="http://schemas.microsoft.com/office/powerpoint/2010/main" val="2677107928"/>
              </p:ext>
            </p:extLst>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17415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D2CAD-B31C-6556-E53B-8362077B193A}"/>
              </a:ext>
            </a:extLst>
          </p:cNvPr>
          <p:cNvSpPr>
            <a:spLocks noGrp="1"/>
          </p:cNvSpPr>
          <p:nvPr>
            <p:ph type="title"/>
          </p:nvPr>
        </p:nvSpPr>
        <p:spPr/>
        <p:txBody>
          <a:bodyPr/>
          <a:lstStyle/>
          <a:p>
            <a:r>
              <a:rPr lang="en-US" dirty="0"/>
              <a:t>Business objective continued…</a:t>
            </a:r>
            <a:endParaRPr lang="en-ZA" dirty="0"/>
          </a:p>
        </p:txBody>
      </p:sp>
      <p:sp>
        <p:nvSpPr>
          <p:cNvPr id="3" name="Content Placeholder 2">
            <a:extLst>
              <a:ext uri="{FF2B5EF4-FFF2-40B4-BE49-F238E27FC236}">
                <a16:creationId xmlns:a16="http://schemas.microsoft.com/office/drawing/2014/main" id="{C3897C24-3456-E7C7-D6C1-2BDC41990AD5}"/>
              </a:ext>
            </a:extLst>
          </p:cNvPr>
          <p:cNvSpPr>
            <a:spLocks noGrp="1"/>
          </p:cNvSpPr>
          <p:nvPr>
            <p:ph idx="1"/>
          </p:nvPr>
        </p:nvSpPr>
        <p:spPr/>
        <p:txBody>
          <a:bodyPr>
            <a:normAutofit fontScale="92500" lnSpcReduction="10000"/>
          </a:bodyPr>
          <a:lstStyle/>
          <a:p>
            <a:r>
              <a:rPr lang="en-GB" b="1" dirty="0"/>
              <a:t>Business Problem</a:t>
            </a:r>
          </a:p>
          <a:p>
            <a:r>
              <a:rPr lang="en-GB" dirty="0"/>
              <a:t>Content:</a:t>
            </a:r>
          </a:p>
          <a:p>
            <a:r>
              <a:rPr lang="en-GB" dirty="0"/>
              <a:t>The CEO of </a:t>
            </a:r>
            <a:r>
              <a:rPr lang="en-GB" dirty="0" err="1"/>
              <a:t>BrightTV</a:t>
            </a:r>
            <a:r>
              <a:rPr lang="en-GB" dirty="0"/>
              <a:t> has tasked the analytics team with understanding customer viewing behaviour in order to increase subscriptions and improve customer engagement.</a:t>
            </a:r>
          </a:p>
          <a:p>
            <a:r>
              <a:rPr lang="en-GB" dirty="0"/>
              <a:t>The </a:t>
            </a:r>
            <a:r>
              <a:rPr lang="en-GB" b="1" dirty="0"/>
              <a:t>objectives</a:t>
            </a:r>
            <a:r>
              <a:rPr lang="en-GB" dirty="0"/>
              <a:t> of this analysis are to :</a:t>
            </a:r>
          </a:p>
          <a:p>
            <a:pPr>
              <a:buFont typeface="Arial" panose="020B0604020202020204" pitchFamily="34" charset="0"/>
              <a:buChar char="•"/>
            </a:pPr>
            <a:r>
              <a:rPr lang="en-GB" dirty="0"/>
              <a:t>Understand who </a:t>
            </a:r>
            <a:r>
              <a:rPr lang="en-GB" dirty="0" err="1"/>
              <a:t>BrightTV’s</a:t>
            </a:r>
            <a:r>
              <a:rPr lang="en-GB" dirty="0"/>
              <a:t> customers are.</a:t>
            </a:r>
          </a:p>
          <a:p>
            <a:pPr>
              <a:buFont typeface="Arial" panose="020B0604020202020204" pitchFamily="34" charset="0"/>
              <a:buChar char="•"/>
            </a:pPr>
            <a:r>
              <a:rPr lang="en-GB" dirty="0"/>
              <a:t>Identify when customers consume the most content.</a:t>
            </a:r>
          </a:p>
          <a:p>
            <a:pPr>
              <a:buFont typeface="Arial" panose="020B0604020202020204" pitchFamily="34" charset="0"/>
              <a:buChar char="•"/>
            </a:pPr>
            <a:r>
              <a:rPr lang="en-GB" dirty="0"/>
              <a:t>Determine which content attracts the most viewers.</a:t>
            </a:r>
          </a:p>
          <a:p>
            <a:pPr>
              <a:buFont typeface="Arial" panose="020B0604020202020204" pitchFamily="34" charset="0"/>
              <a:buChar char="•"/>
            </a:pPr>
            <a:r>
              <a:rPr lang="en-GB" dirty="0"/>
              <a:t>Identify factors affecting viewing behaviour.</a:t>
            </a:r>
          </a:p>
          <a:p>
            <a:pPr>
              <a:buFont typeface="Arial" panose="020B0604020202020204" pitchFamily="34" charset="0"/>
              <a:buChar char="•"/>
            </a:pPr>
            <a:r>
              <a:rPr lang="en-ZA" dirty="0"/>
              <a:t>Recommend strategies to increase customer engagement and subscriptions.</a:t>
            </a:r>
          </a:p>
        </p:txBody>
      </p:sp>
    </p:spTree>
    <p:extLst>
      <p:ext uri="{BB962C8B-B14F-4D97-AF65-F5344CB8AC3E}">
        <p14:creationId xmlns:p14="http://schemas.microsoft.com/office/powerpoint/2010/main" val="25194486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C34AB-4760-A469-2DE8-8D01B2CEA458}"/>
              </a:ext>
            </a:extLst>
          </p:cNvPr>
          <p:cNvSpPr>
            <a:spLocks noGrp="1"/>
          </p:cNvSpPr>
          <p:nvPr>
            <p:ph type="title"/>
          </p:nvPr>
        </p:nvSpPr>
        <p:spPr/>
        <p:txBody>
          <a:bodyPr/>
          <a:lstStyle/>
          <a:p>
            <a:r>
              <a:rPr lang="en-GB" dirty="0"/>
              <a:t>Dataset Overview</a:t>
            </a:r>
            <a:endParaRPr lang="en-ZA" dirty="0"/>
          </a:p>
        </p:txBody>
      </p:sp>
      <p:graphicFrame>
        <p:nvGraphicFramePr>
          <p:cNvPr id="4" name="Content Placeholder 3">
            <a:extLst>
              <a:ext uri="{FF2B5EF4-FFF2-40B4-BE49-F238E27FC236}">
                <a16:creationId xmlns:a16="http://schemas.microsoft.com/office/drawing/2014/main" id="{769FE275-381C-C59D-ADAE-457703DCC7B3}"/>
              </a:ext>
            </a:extLst>
          </p:cNvPr>
          <p:cNvGraphicFramePr>
            <a:graphicFrameLocks noGrp="1"/>
          </p:cNvGraphicFramePr>
          <p:nvPr>
            <p:ph idx="1"/>
            <p:extLst>
              <p:ext uri="{D42A27DB-BD31-4B8C-83A1-F6EECF244321}">
                <p14:modId xmlns:p14="http://schemas.microsoft.com/office/powerpoint/2010/main" val="1105361287"/>
              </p:ext>
            </p:extLst>
          </p:nvPr>
        </p:nvGraphicFramePr>
        <p:xfrm>
          <a:off x="1023938" y="2286000"/>
          <a:ext cx="9720262" cy="1854200"/>
        </p:xfrm>
        <a:graphic>
          <a:graphicData uri="http://schemas.openxmlformats.org/drawingml/2006/table">
            <a:tbl>
              <a:tblPr firstRow="1" bandRow="1">
                <a:tableStyleId>{5C22544A-7EE6-4342-B048-85BDC9FD1C3A}</a:tableStyleId>
              </a:tblPr>
              <a:tblGrid>
                <a:gridCol w="4860131">
                  <a:extLst>
                    <a:ext uri="{9D8B030D-6E8A-4147-A177-3AD203B41FA5}">
                      <a16:colId xmlns:a16="http://schemas.microsoft.com/office/drawing/2014/main" val="488330853"/>
                    </a:ext>
                  </a:extLst>
                </a:gridCol>
                <a:gridCol w="4860131">
                  <a:extLst>
                    <a:ext uri="{9D8B030D-6E8A-4147-A177-3AD203B41FA5}">
                      <a16:colId xmlns:a16="http://schemas.microsoft.com/office/drawing/2014/main" val="714372846"/>
                    </a:ext>
                  </a:extLst>
                </a:gridCol>
              </a:tblGrid>
              <a:tr h="370840">
                <a:tc>
                  <a:txBody>
                    <a:bodyPr/>
                    <a:lstStyle/>
                    <a:p>
                      <a:r>
                        <a:rPr lang="en-GB" dirty="0"/>
                        <a:t>Key Performance Indicators</a:t>
                      </a:r>
                      <a:endParaRPr lang="en-ZA" dirty="0"/>
                    </a:p>
                  </a:txBody>
                  <a:tcPr/>
                </a:tc>
                <a:tc>
                  <a:txBody>
                    <a:bodyPr/>
                    <a:lstStyle/>
                    <a:p>
                      <a:r>
                        <a:rPr lang="en-GB" dirty="0"/>
                        <a:t>Value</a:t>
                      </a:r>
                      <a:endParaRPr lang="en-ZA" dirty="0"/>
                    </a:p>
                  </a:txBody>
                  <a:tcPr/>
                </a:tc>
                <a:extLst>
                  <a:ext uri="{0D108BD9-81ED-4DB2-BD59-A6C34878D82A}">
                    <a16:rowId xmlns:a16="http://schemas.microsoft.com/office/drawing/2014/main" val="1187204008"/>
                  </a:ext>
                </a:extLst>
              </a:tr>
              <a:tr h="370840">
                <a:tc>
                  <a:txBody>
                    <a:bodyPr/>
                    <a:lstStyle/>
                    <a:p>
                      <a:r>
                        <a:rPr lang="en-GB" dirty="0"/>
                        <a:t>Viewing Sessions</a:t>
                      </a:r>
                      <a:endParaRPr lang="en-ZA" dirty="0"/>
                    </a:p>
                  </a:txBody>
                  <a:tcPr/>
                </a:tc>
                <a:tc>
                  <a:txBody>
                    <a:bodyPr/>
                    <a:lstStyle/>
                    <a:p>
                      <a:r>
                        <a:rPr lang="en-GB" dirty="0"/>
                        <a:t>10 000</a:t>
                      </a:r>
                      <a:endParaRPr lang="en-ZA" dirty="0"/>
                    </a:p>
                  </a:txBody>
                  <a:tcPr/>
                </a:tc>
                <a:extLst>
                  <a:ext uri="{0D108BD9-81ED-4DB2-BD59-A6C34878D82A}">
                    <a16:rowId xmlns:a16="http://schemas.microsoft.com/office/drawing/2014/main" val="3307659329"/>
                  </a:ext>
                </a:extLst>
              </a:tr>
              <a:tr h="370840">
                <a:tc>
                  <a:txBody>
                    <a:bodyPr/>
                    <a:lstStyle/>
                    <a:p>
                      <a:r>
                        <a:rPr lang="en-GB" dirty="0"/>
                        <a:t>Total Watch Hours</a:t>
                      </a:r>
                      <a:endParaRPr lang="en-ZA" dirty="0"/>
                    </a:p>
                  </a:txBody>
                  <a:tcPr/>
                </a:tc>
                <a:tc>
                  <a:txBody>
                    <a:bodyPr/>
                    <a:lstStyle/>
                    <a:p>
                      <a:r>
                        <a:rPr lang="en-GB" dirty="0"/>
                        <a:t>1 523</a:t>
                      </a:r>
                      <a:endParaRPr lang="en-ZA" dirty="0"/>
                    </a:p>
                  </a:txBody>
                  <a:tcPr/>
                </a:tc>
                <a:extLst>
                  <a:ext uri="{0D108BD9-81ED-4DB2-BD59-A6C34878D82A}">
                    <a16:rowId xmlns:a16="http://schemas.microsoft.com/office/drawing/2014/main" val="1007413445"/>
                  </a:ext>
                </a:extLst>
              </a:tr>
              <a:tr h="370840">
                <a:tc>
                  <a:txBody>
                    <a:bodyPr/>
                    <a:lstStyle/>
                    <a:p>
                      <a:r>
                        <a:rPr lang="en-GB" dirty="0"/>
                        <a:t>Regions</a:t>
                      </a:r>
                      <a:endParaRPr lang="en-ZA" dirty="0"/>
                    </a:p>
                  </a:txBody>
                  <a:tcPr/>
                </a:tc>
                <a:tc>
                  <a:txBody>
                    <a:bodyPr/>
                    <a:lstStyle/>
                    <a:p>
                      <a:r>
                        <a:rPr lang="en-GB" dirty="0"/>
                        <a:t>10</a:t>
                      </a:r>
                      <a:endParaRPr lang="en-ZA" dirty="0"/>
                    </a:p>
                  </a:txBody>
                  <a:tcPr/>
                </a:tc>
                <a:extLst>
                  <a:ext uri="{0D108BD9-81ED-4DB2-BD59-A6C34878D82A}">
                    <a16:rowId xmlns:a16="http://schemas.microsoft.com/office/drawing/2014/main" val="1210570134"/>
                  </a:ext>
                </a:extLst>
              </a:tr>
              <a:tr h="370840">
                <a:tc>
                  <a:txBody>
                    <a:bodyPr/>
                    <a:lstStyle/>
                    <a:p>
                      <a:r>
                        <a:rPr lang="en-GB" dirty="0"/>
                        <a:t>TV Channels</a:t>
                      </a:r>
                      <a:endParaRPr lang="en-ZA" dirty="0"/>
                    </a:p>
                  </a:txBody>
                  <a:tcPr/>
                </a:tc>
                <a:tc>
                  <a:txBody>
                    <a:bodyPr/>
                    <a:lstStyle/>
                    <a:p>
                      <a:r>
                        <a:rPr lang="en-GB"/>
                        <a:t>17</a:t>
                      </a:r>
                      <a:endParaRPr lang="en-ZA" dirty="0"/>
                    </a:p>
                  </a:txBody>
                  <a:tcPr/>
                </a:tc>
                <a:extLst>
                  <a:ext uri="{0D108BD9-81ED-4DB2-BD59-A6C34878D82A}">
                    <a16:rowId xmlns:a16="http://schemas.microsoft.com/office/drawing/2014/main" val="1423752668"/>
                  </a:ext>
                </a:extLst>
              </a:tr>
            </a:tbl>
          </a:graphicData>
        </a:graphic>
      </p:graphicFrame>
    </p:spTree>
    <p:extLst>
      <p:ext uri="{BB962C8B-B14F-4D97-AF65-F5344CB8AC3E}">
        <p14:creationId xmlns:p14="http://schemas.microsoft.com/office/powerpoint/2010/main" val="36112499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3C0FE-96A3-98E8-FA24-9D9D08A68594}"/>
              </a:ext>
            </a:extLst>
          </p:cNvPr>
          <p:cNvSpPr>
            <a:spLocks noGrp="1"/>
          </p:cNvSpPr>
          <p:nvPr>
            <p:ph type="title"/>
          </p:nvPr>
        </p:nvSpPr>
        <p:spPr/>
        <p:txBody>
          <a:bodyPr/>
          <a:lstStyle/>
          <a:p>
            <a:r>
              <a:rPr lang="en-ZA" dirty="0"/>
              <a:t>Overall Consumption Trend</a:t>
            </a:r>
          </a:p>
        </p:txBody>
      </p:sp>
      <p:pic>
        <p:nvPicPr>
          <p:cNvPr id="5" name="Content Placeholder 4">
            <a:extLst>
              <a:ext uri="{FF2B5EF4-FFF2-40B4-BE49-F238E27FC236}">
                <a16:creationId xmlns:a16="http://schemas.microsoft.com/office/drawing/2014/main" id="{7DF79E05-1B1F-E41B-D169-BF5B49B5377D}"/>
              </a:ext>
            </a:extLst>
          </p:cNvPr>
          <p:cNvPicPr>
            <a:picLocks noGrp="1" noChangeAspect="1"/>
          </p:cNvPicPr>
          <p:nvPr>
            <p:ph idx="1"/>
          </p:nvPr>
        </p:nvPicPr>
        <p:blipFill>
          <a:blip r:embed="rId2"/>
          <a:stretch>
            <a:fillRect/>
          </a:stretch>
        </p:blipFill>
        <p:spPr>
          <a:xfrm>
            <a:off x="1233577" y="1949637"/>
            <a:ext cx="8400024" cy="4384967"/>
          </a:xfrm>
          <a:prstGeom prst="rect">
            <a:avLst/>
          </a:prstGeom>
        </p:spPr>
      </p:pic>
    </p:spTree>
    <p:extLst>
      <p:ext uri="{BB962C8B-B14F-4D97-AF65-F5344CB8AC3E}">
        <p14:creationId xmlns:p14="http://schemas.microsoft.com/office/powerpoint/2010/main" val="3553511349"/>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11C93-34C2-AA22-AF2E-7B14EEA3BD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24280-F8BE-83AE-561E-535FC8B15B32}"/>
              </a:ext>
            </a:extLst>
          </p:cNvPr>
          <p:cNvSpPr>
            <a:spLocks noGrp="1"/>
          </p:cNvSpPr>
          <p:nvPr>
            <p:ph type="title"/>
          </p:nvPr>
        </p:nvSpPr>
        <p:spPr/>
        <p:txBody>
          <a:bodyPr/>
          <a:lstStyle/>
          <a:p>
            <a:r>
              <a:rPr lang="en-ZA" dirty="0"/>
              <a:t>Overall Consumption Trend continued…</a:t>
            </a:r>
          </a:p>
        </p:txBody>
      </p:sp>
      <p:sp>
        <p:nvSpPr>
          <p:cNvPr id="4" name="Content Placeholder 3">
            <a:extLst>
              <a:ext uri="{FF2B5EF4-FFF2-40B4-BE49-F238E27FC236}">
                <a16:creationId xmlns:a16="http://schemas.microsoft.com/office/drawing/2014/main" id="{C7E615AD-6663-AC5C-7C7C-D81B42706853}"/>
              </a:ext>
            </a:extLst>
          </p:cNvPr>
          <p:cNvSpPr>
            <a:spLocks noGrp="1"/>
          </p:cNvSpPr>
          <p:nvPr>
            <p:ph idx="1"/>
          </p:nvPr>
        </p:nvSpPr>
        <p:spPr/>
        <p:txBody>
          <a:bodyPr/>
          <a:lstStyle/>
          <a:p>
            <a:pPr>
              <a:buFont typeface="Wingdings" panose="05000000000000000000" pitchFamily="2" charset="2"/>
              <a:buChar char="Ø"/>
            </a:pPr>
            <a:r>
              <a:rPr lang="en-GB" dirty="0" err="1"/>
              <a:t>BrightTV’s</a:t>
            </a:r>
            <a:r>
              <a:rPr lang="en-GB" dirty="0"/>
              <a:t> viewing increased significantly from January to March, with March recording the highest total consumption.</a:t>
            </a:r>
          </a:p>
          <a:p>
            <a:pPr>
              <a:buFont typeface="Wingdings" panose="05000000000000000000" pitchFamily="2" charset="2"/>
              <a:buChar char="Ø"/>
            </a:pPr>
            <a:r>
              <a:rPr lang="en-GB" dirty="0">
                <a:solidFill>
                  <a:srgbClr val="FF0000"/>
                </a:solidFill>
              </a:rPr>
              <a:t>NB:</a:t>
            </a:r>
            <a:r>
              <a:rPr lang="en-GB" dirty="0"/>
              <a:t> April contains only 5 recorded sessions and therefore should be excluded from meaningful month-on-month comparison.</a:t>
            </a:r>
            <a:endParaRPr lang="en-ZA" dirty="0"/>
          </a:p>
        </p:txBody>
      </p:sp>
    </p:spTree>
    <p:extLst>
      <p:ext uri="{BB962C8B-B14F-4D97-AF65-F5344CB8AC3E}">
        <p14:creationId xmlns:p14="http://schemas.microsoft.com/office/powerpoint/2010/main" val="4212468609"/>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F872A-C576-5F69-21C9-399A133B94F2}"/>
              </a:ext>
            </a:extLst>
          </p:cNvPr>
          <p:cNvSpPr>
            <a:spLocks noGrp="1"/>
          </p:cNvSpPr>
          <p:nvPr>
            <p:ph type="title"/>
          </p:nvPr>
        </p:nvSpPr>
        <p:spPr/>
        <p:txBody>
          <a:bodyPr/>
          <a:lstStyle/>
          <a:p>
            <a:r>
              <a:rPr lang="en-ZA" dirty="0"/>
              <a:t>Who Uses Bright TV?</a:t>
            </a:r>
          </a:p>
        </p:txBody>
      </p:sp>
      <p:pic>
        <p:nvPicPr>
          <p:cNvPr id="5" name="Content Placeholder 4">
            <a:extLst>
              <a:ext uri="{FF2B5EF4-FFF2-40B4-BE49-F238E27FC236}">
                <a16:creationId xmlns:a16="http://schemas.microsoft.com/office/drawing/2014/main" id="{C2D14386-F327-40DE-AA1E-E3AD9BACE6D4}"/>
              </a:ext>
            </a:extLst>
          </p:cNvPr>
          <p:cNvPicPr>
            <a:picLocks noGrp="1" noChangeAspect="1"/>
          </p:cNvPicPr>
          <p:nvPr>
            <p:ph idx="1"/>
          </p:nvPr>
        </p:nvPicPr>
        <p:blipFill>
          <a:blip r:embed="rId2"/>
          <a:stretch>
            <a:fillRect/>
          </a:stretch>
        </p:blipFill>
        <p:spPr>
          <a:xfrm>
            <a:off x="1024128" y="1554300"/>
            <a:ext cx="8423513" cy="4754426"/>
          </a:xfrm>
          <a:prstGeom prst="rect">
            <a:avLst/>
          </a:prstGeom>
        </p:spPr>
      </p:pic>
    </p:spTree>
    <p:extLst>
      <p:ext uri="{BB962C8B-B14F-4D97-AF65-F5344CB8AC3E}">
        <p14:creationId xmlns:p14="http://schemas.microsoft.com/office/powerpoint/2010/main" val="1090161692"/>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D3548-90BE-192E-EF59-3D4A22610B82}"/>
              </a:ext>
            </a:extLst>
          </p:cNvPr>
          <p:cNvSpPr>
            <a:spLocks noGrp="1"/>
          </p:cNvSpPr>
          <p:nvPr>
            <p:ph type="title"/>
          </p:nvPr>
        </p:nvSpPr>
        <p:spPr/>
        <p:txBody>
          <a:bodyPr/>
          <a:lstStyle/>
          <a:p>
            <a:r>
              <a:rPr lang="en-ZA" dirty="0"/>
              <a:t>factors influencing consumption</a:t>
            </a:r>
          </a:p>
        </p:txBody>
      </p:sp>
      <p:graphicFrame>
        <p:nvGraphicFramePr>
          <p:cNvPr id="4" name="Content Placeholder 3">
            <a:extLst>
              <a:ext uri="{FF2B5EF4-FFF2-40B4-BE49-F238E27FC236}">
                <a16:creationId xmlns:a16="http://schemas.microsoft.com/office/drawing/2014/main" id="{3EEE45AB-0B9C-2438-37DA-03F87CFB4951}"/>
              </a:ext>
            </a:extLst>
          </p:cNvPr>
          <p:cNvGraphicFramePr>
            <a:graphicFrameLocks noGrp="1"/>
          </p:cNvGraphicFramePr>
          <p:nvPr>
            <p:ph idx="1"/>
            <p:extLst>
              <p:ext uri="{D42A27DB-BD31-4B8C-83A1-F6EECF244321}">
                <p14:modId xmlns:p14="http://schemas.microsoft.com/office/powerpoint/2010/main" val="1321510416"/>
              </p:ext>
            </p:extLst>
          </p:nvPr>
        </p:nvGraphicFramePr>
        <p:xfrm>
          <a:off x="1023939" y="1906438"/>
          <a:ext cx="9720261" cy="4759960"/>
        </p:xfrm>
        <a:graphic>
          <a:graphicData uri="http://schemas.openxmlformats.org/drawingml/2006/table">
            <a:tbl>
              <a:tblPr firstRow="1" bandRow="1">
                <a:tableStyleId>{5C22544A-7EE6-4342-B048-85BDC9FD1C3A}</a:tableStyleId>
              </a:tblPr>
              <a:tblGrid>
                <a:gridCol w="3240087">
                  <a:extLst>
                    <a:ext uri="{9D8B030D-6E8A-4147-A177-3AD203B41FA5}">
                      <a16:colId xmlns:a16="http://schemas.microsoft.com/office/drawing/2014/main" val="3392357251"/>
                    </a:ext>
                  </a:extLst>
                </a:gridCol>
                <a:gridCol w="3240087">
                  <a:extLst>
                    <a:ext uri="{9D8B030D-6E8A-4147-A177-3AD203B41FA5}">
                      <a16:colId xmlns:a16="http://schemas.microsoft.com/office/drawing/2014/main" val="4219810455"/>
                    </a:ext>
                  </a:extLst>
                </a:gridCol>
                <a:gridCol w="3240087">
                  <a:extLst>
                    <a:ext uri="{9D8B030D-6E8A-4147-A177-3AD203B41FA5}">
                      <a16:colId xmlns:a16="http://schemas.microsoft.com/office/drawing/2014/main" val="317933825"/>
                    </a:ext>
                  </a:extLst>
                </a:gridCol>
              </a:tblGrid>
              <a:tr h="370840">
                <a:tc>
                  <a:txBody>
                    <a:bodyPr/>
                    <a:lstStyle/>
                    <a:p>
                      <a:r>
                        <a:rPr lang="en-GB" dirty="0"/>
                        <a:t>Factor</a:t>
                      </a:r>
                      <a:endParaRPr lang="en-ZA" dirty="0"/>
                    </a:p>
                  </a:txBody>
                  <a:tcPr/>
                </a:tc>
                <a:tc>
                  <a:txBody>
                    <a:bodyPr/>
                    <a:lstStyle/>
                    <a:p>
                      <a:r>
                        <a:rPr lang="en-GB" dirty="0"/>
                        <a:t>Observation</a:t>
                      </a:r>
                      <a:endParaRPr lang="en-ZA" dirty="0"/>
                    </a:p>
                  </a:txBody>
                  <a:tcPr/>
                </a:tc>
                <a:tc>
                  <a:txBody>
                    <a:bodyPr/>
                    <a:lstStyle/>
                    <a:p>
                      <a:r>
                        <a:rPr lang="en-GB" dirty="0"/>
                        <a:t>Business Impact</a:t>
                      </a:r>
                      <a:endParaRPr lang="en-ZA" dirty="0"/>
                    </a:p>
                  </a:txBody>
                  <a:tcPr/>
                </a:tc>
                <a:extLst>
                  <a:ext uri="{0D108BD9-81ED-4DB2-BD59-A6C34878D82A}">
                    <a16:rowId xmlns:a16="http://schemas.microsoft.com/office/drawing/2014/main" val="3128591805"/>
                  </a:ext>
                </a:extLst>
              </a:tr>
              <a:tr h="370840">
                <a:tc>
                  <a:txBody>
                    <a:bodyPr/>
                    <a:lstStyle/>
                    <a:p>
                      <a:r>
                        <a:rPr lang="en-GB" dirty="0"/>
                        <a:t>Gender</a:t>
                      </a:r>
                      <a:endParaRPr lang="en-ZA" dirty="0"/>
                    </a:p>
                  </a:txBody>
                  <a:tcPr/>
                </a:tc>
                <a:tc>
                  <a:txBody>
                    <a:bodyPr/>
                    <a:lstStyle/>
                    <a:p>
                      <a:r>
                        <a:rPr lang="en-GB" dirty="0"/>
                        <a:t>Male viewers account for most sessions.</a:t>
                      </a:r>
                      <a:endParaRPr lang="en-ZA" dirty="0"/>
                    </a:p>
                  </a:txBody>
                  <a:tcPr/>
                </a:tc>
                <a:tc>
                  <a:txBody>
                    <a:bodyPr/>
                    <a:lstStyle/>
                    <a:p>
                      <a:r>
                        <a:rPr lang="en-GB" dirty="0"/>
                        <a:t>Consider investigating opportunities to grow female engagement.</a:t>
                      </a:r>
                      <a:endParaRPr lang="en-ZA" dirty="0"/>
                    </a:p>
                  </a:txBody>
                  <a:tcPr/>
                </a:tc>
                <a:extLst>
                  <a:ext uri="{0D108BD9-81ED-4DB2-BD59-A6C34878D82A}">
                    <a16:rowId xmlns:a16="http://schemas.microsoft.com/office/drawing/2014/main" val="1609823767"/>
                  </a:ext>
                </a:extLst>
              </a:tr>
              <a:tr h="370840">
                <a:tc>
                  <a:txBody>
                    <a:bodyPr/>
                    <a:lstStyle/>
                    <a:p>
                      <a:r>
                        <a:rPr lang="en-GB" dirty="0"/>
                        <a:t>Age</a:t>
                      </a:r>
                      <a:endParaRPr lang="en-ZA" dirty="0"/>
                    </a:p>
                  </a:txBody>
                  <a:tcPr/>
                </a:tc>
                <a:tc>
                  <a:txBody>
                    <a:bodyPr/>
                    <a:lstStyle/>
                    <a:p>
                      <a:r>
                        <a:rPr lang="en-GB" dirty="0"/>
                        <a:t>Youth Adults are the dominant audience.</a:t>
                      </a:r>
                      <a:endParaRPr lang="en-ZA" dirty="0"/>
                    </a:p>
                  </a:txBody>
                  <a:tcPr/>
                </a:tc>
                <a:tc>
                  <a:txBody>
                    <a:bodyPr/>
                    <a:lstStyle/>
                    <a:p>
                      <a:r>
                        <a:rPr lang="en-GB" dirty="0"/>
                        <a:t>Tailor content and marketing to this demographic.</a:t>
                      </a:r>
                      <a:endParaRPr lang="en-ZA" dirty="0"/>
                    </a:p>
                  </a:txBody>
                  <a:tcPr/>
                </a:tc>
                <a:extLst>
                  <a:ext uri="{0D108BD9-81ED-4DB2-BD59-A6C34878D82A}">
                    <a16:rowId xmlns:a16="http://schemas.microsoft.com/office/drawing/2014/main" val="1061414383"/>
                  </a:ext>
                </a:extLst>
              </a:tr>
              <a:tr h="370840">
                <a:tc>
                  <a:txBody>
                    <a:bodyPr/>
                    <a:lstStyle/>
                    <a:p>
                      <a:r>
                        <a:rPr lang="en-GB" dirty="0"/>
                        <a:t>Region</a:t>
                      </a:r>
                    </a:p>
                  </a:txBody>
                  <a:tcPr/>
                </a:tc>
                <a:tc>
                  <a:txBody>
                    <a:bodyPr/>
                    <a:lstStyle/>
                    <a:p>
                      <a:r>
                        <a:rPr lang="en-GB" dirty="0"/>
                        <a:t>Gauteng contributes the most viewing.</a:t>
                      </a:r>
                      <a:endParaRPr lang="en-ZA" dirty="0"/>
                    </a:p>
                  </a:txBody>
                  <a:tcPr/>
                </a:tc>
                <a:tc>
                  <a:txBody>
                    <a:bodyPr/>
                    <a:lstStyle/>
                    <a:p>
                      <a:r>
                        <a:rPr lang="en-GB" dirty="0"/>
                        <a:t>Maintain investment while expanding in lower-performing regions.</a:t>
                      </a:r>
                      <a:endParaRPr lang="en-ZA" dirty="0"/>
                    </a:p>
                  </a:txBody>
                  <a:tcPr/>
                </a:tc>
                <a:extLst>
                  <a:ext uri="{0D108BD9-81ED-4DB2-BD59-A6C34878D82A}">
                    <a16:rowId xmlns:a16="http://schemas.microsoft.com/office/drawing/2014/main" val="1416006699"/>
                  </a:ext>
                </a:extLst>
              </a:tr>
              <a:tr h="370840">
                <a:tc>
                  <a:txBody>
                    <a:bodyPr/>
                    <a:lstStyle/>
                    <a:p>
                      <a:r>
                        <a:rPr lang="en-GB" dirty="0"/>
                        <a:t>Day</a:t>
                      </a:r>
                      <a:endParaRPr lang="en-ZA" dirty="0"/>
                    </a:p>
                  </a:txBody>
                  <a:tcPr/>
                </a:tc>
                <a:tc>
                  <a:txBody>
                    <a:bodyPr/>
                    <a:lstStyle/>
                    <a:p>
                      <a:r>
                        <a:rPr lang="en-GB" dirty="0"/>
                        <a:t>Saturday has the highest viewing. </a:t>
                      </a:r>
                      <a:endParaRPr lang="en-ZA" dirty="0"/>
                    </a:p>
                  </a:txBody>
                  <a:tcPr/>
                </a:tc>
                <a:tc>
                  <a:txBody>
                    <a:bodyPr/>
                    <a:lstStyle/>
                    <a:p>
                      <a:r>
                        <a:rPr lang="en-GB" dirty="0"/>
                        <a:t>Schedule major releases before weekends.</a:t>
                      </a:r>
                      <a:endParaRPr lang="en-ZA" dirty="0"/>
                    </a:p>
                  </a:txBody>
                  <a:tcPr/>
                </a:tc>
                <a:extLst>
                  <a:ext uri="{0D108BD9-81ED-4DB2-BD59-A6C34878D82A}">
                    <a16:rowId xmlns:a16="http://schemas.microsoft.com/office/drawing/2014/main" val="2947937834"/>
                  </a:ext>
                </a:extLst>
              </a:tr>
              <a:tr h="370840">
                <a:tc>
                  <a:txBody>
                    <a:bodyPr/>
                    <a:lstStyle/>
                    <a:p>
                      <a:r>
                        <a:rPr lang="en-GB" dirty="0"/>
                        <a:t>Time of Day</a:t>
                      </a:r>
                      <a:endParaRPr lang="en-ZA" dirty="0"/>
                    </a:p>
                  </a:txBody>
                  <a:tcPr/>
                </a:tc>
                <a:tc>
                  <a:txBody>
                    <a:bodyPr/>
                    <a:lstStyle/>
                    <a:p>
                      <a:r>
                        <a:rPr lang="en-GB" dirty="0"/>
                        <a:t>Evening dominates viewing. </a:t>
                      </a:r>
                      <a:endParaRPr lang="en-ZA" dirty="0"/>
                    </a:p>
                  </a:txBody>
                  <a:tcPr/>
                </a:tc>
                <a:tc>
                  <a:txBody>
                    <a:bodyPr/>
                    <a:lstStyle/>
                    <a:p>
                      <a:r>
                        <a:rPr lang="en-GB" dirty="0"/>
                        <a:t>Publish premium content in the evening.</a:t>
                      </a:r>
                      <a:endParaRPr lang="en-ZA" dirty="0"/>
                    </a:p>
                  </a:txBody>
                  <a:tcPr/>
                </a:tc>
                <a:extLst>
                  <a:ext uri="{0D108BD9-81ED-4DB2-BD59-A6C34878D82A}">
                    <a16:rowId xmlns:a16="http://schemas.microsoft.com/office/drawing/2014/main" val="2385419842"/>
                  </a:ext>
                </a:extLst>
              </a:tr>
              <a:tr h="370840">
                <a:tc>
                  <a:txBody>
                    <a:bodyPr/>
                    <a:lstStyle/>
                    <a:p>
                      <a:r>
                        <a:rPr lang="en-GB" dirty="0"/>
                        <a:t>Content</a:t>
                      </a:r>
                      <a:endParaRPr lang="en-ZA" dirty="0"/>
                    </a:p>
                  </a:txBody>
                  <a:tcPr/>
                </a:tc>
                <a:tc>
                  <a:txBody>
                    <a:bodyPr/>
                    <a:lstStyle/>
                    <a:p>
                      <a:r>
                        <a:rPr lang="en-GB" dirty="0"/>
                        <a:t>Sports and live events.</a:t>
                      </a:r>
                      <a:endParaRPr lang="en-ZA" dirty="0"/>
                    </a:p>
                  </a:txBody>
                  <a:tcPr/>
                </a:tc>
                <a:tc>
                  <a:txBody>
                    <a:bodyPr/>
                    <a:lstStyle/>
                    <a:p>
                      <a:r>
                        <a:rPr lang="en-GB" dirty="0"/>
                        <a:t>Continue investing in high-demand programming.</a:t>
                      </a:r>
                      <a:endParaRPr lang="en-ZA" dirty="0"/>
                    </a:p>
                  </a:txBody>
                  <a:tcPr/>
                </a:tc>
                <a:extLst>
                  <a:ext uri="{0D108BD9-81ED-4DB2-BD59-A6C34878D82A}">
                    <a16:rowId xmlns:a16="http://schemas.microsoft.com/office/drawing/2014/main" val="968906342"/>
                  </a:ext>
                </a:extLst>
              </a:tr>
            </a:tbl>
          </a:graphicData>
        </a:graphic>
      </p:graphicFrame>
    </p:spTree>
    <p:extLst>
      <p:ext uri="{BB962C8B-B14F-4D97-AF65-F5344CB8AC3E}">
        <p14:creationId xmlns:p14="http://schemas.microsoft.com/office/powerpoint/2010/main" val="206531515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F118-74E6-BCB3-6979-B2D6874BFC0E}"/>
              </a:ext>
            </a:extLst>
          </p:cNvPr>
          <p:cNvSpPr>
            <a:spLocks noGrp="1"/>
          </p:cNvSpPr>
          <p:nvPr>
            <p:ph type="title"/>
          </p:nvPr>
        </p:nvSpPr>
        <p:spPr/>
        <p:txBody>
          <a:bodyPr/>
          <a:lstStyle/>
          <a:p>
            <a:r>
              <a:rPr lang="en-ZA" dirty="0"/>
              <a:t>Usage by Hour</a:t>
            </a:r>
          </a:p>
        </p:txBody>
      </p:sp>
      <p:pic>
        <p:nvPicPr>
          <p:cNvPr id="5" name="Content Placeholder 4">
            <a:extLst>
              <a:ext uri="{FF2B5EF4-FFF2-40B4-BE49-F238E27FC236}">
                <a16:creationId xmlns:a16="http://schemas.microsoft.com/office/drawing/2014/main" id="{F3597F31-1F5E-083E-76EF-A3CC2CCEA952}"/>
              </a:ext>
            </a:extLst>
          </p:cNvPr>
          <p:cNvPicPr>
            <a:picLocks noGrp="1" noChangeAspect="1"/>
          </p:cNvPicPr>
          <p:nvPr>
            <p:ph idx="1"/>
          </p:nvPr>
        </p:nvPicPr>
        <p:blipFill>
          <a:blip r:embed="rId2"/>
          <a:stretch>
            <a:fillRect/>
          </a:stretch>
        </p:blipFill>
        <p:spPr>
          <a:xfrm>
            <a:off x="1024128" y="1689046"/>
            <a:ext cx="8607607" cy="4619679"/>
          </a:xfrm>
          <a:prstGeom prst="rect">
            <a:avLst/>
          </a:prstGeom>
        </p:spPr>
      </p:pic>
    </p:spTree>
    <p:extLst>
      <p:ext uri="{BB962C8B-B14F-4D97-AF65-F5344CB8AC3E}">
        <p14:creationId xmlns:p14="http://schemas.microsoft.com/office/powerpoint/2010/main" val="40742319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FFF32-8B52-4951-BA2A-FFA8BDFE9F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114F43-12F3-CD4F-7A50-9C1E4FB76284}"/>
              </a:ext>
            </a:extLst>
          </p:cNvPr>
          <p:cNvSpPr>
            <a:spLocks noGrp="1"/>
          </p:cNvSpPr>
          <p:nvPr>
            <p:ph type="title"/>
          </p:nvPr>
        </p:nvSpPr>
        <p:spPr/>
        <p:txBody>
          <a:bodyPr/>
          <a:lstStyle/>
          <a:p>
            <a:r>
              <a:rPr lang="en-ZA" dirty="0"/>
              <a:t>Usage by Hour continued..</a:t>
            </a:r>
          </a:p>
        </p:txBody>
      </p:sp>
      <p:sp>
        <p:nvSpPr>
          <p:cNvPr id="4" name="Content Placeholder 3">
            <a:extLst>
              <a:ext uri="{FF2B5EF4-FFF2-40B4-BE49-F238E27FC236}">
                <a16:creationId xmlns:a16="http://schemas.microsoft.com/office/drawing/2014/main" id="{66430A33-334E-72F4-FC81-D20F1F271475}"/>
              </a:ext>
            </a:extLst>
          </p:cNvPr>
          <p:cNvSpPr>
            <a:spLocks noGrp="1"/>
          </p:cNvSpPr>
          <p:nvPr>
            <p:ph idx="1"/>
          </p:nvPr>
        </p:nvSpPr>
        <p:spPr/>
        <p:txBody>
          <a:bodyPr/>
          <a:lstStyle/>
          <a:p>
            <a:pPr>
              <a:buFont typeface="Wingdings" panose="05000000000000000000" pitchFamily="2" charset="2"/>
              <a:buChar char="Ø"/>
            </a:pPr>
            <a:r>
              <a:rPr lang="en-GB" dirty="0"/>
              <a:t>The graph shows total watch hours across the 24 hours of the day. The peak occurs at 17:00, with approximately 127.0 watch hours.</a:t>
            </a:r>
            <a:endParaRPr lang="en-ZA" dirty="0"/>
          </a:p>
        </p:txBody>
      </p:sp>
    </p:spTree>
    <p:extLst>
      <p:ext uri="{BB962C8B-B14F-4D97-AF65-F5344CB8AC3E}">
        <p14:creationId xmlns:p14="http://schemas.microsoft.com/office/powerpoint/2010/main" val="12263993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7D704-0566-F867-55BD-B223A4488F42}"/>
              </a:ext>
            </a:extLst>
          </p:cNvPr>
          <p:cNvSpPr>
            <a:spLocks noGrp="1"/>
          </p:cNvSpPr>
          <p:nvPr>
            <p:ph type="title"/>
          </p:nvPr>
        </p:nvSpPr>
        <p:spPr/>
        <p:txBody>
          <a:bodyPr/>
          <a:lstStyle/>
          <a:p>
            <a:r>
              <a:rPr lang="en-ZA" dirty="0"/>
              <a:t>Recommendations</a:t>
            </a:r>
          </a:p>
        </p:txBody>
      </p:sp>
      <p:sp>
        <p:nvSpPr>
          <p:cNvPr id="3" name="Content Placeholder 2">
            <a:extLst>
              <a:ext uri="{FF2B5EF4-FFF2-40B4-BE49-F238E27FC236}">
                <a16:creationId xmlns:a16="http://schemas.microsoft.com/office/drawing/2014/main" id="{4ECF8CE3-AA83-1C3D-8300-2C84AC004971}"/>
              </a:ext>
            </a:extLst>
          </p:cNvPr>
          <p:cNvSpPr>
            <a:spLocks noGrp="1"/>
          </p:cNvSpPr>
          <p:nvPr>
            <p:ph idx="1"/>
          </p:nvPr>
        </p:nvSpPr>
        <p:spPr/>
        <p:txBody>
          <a:bodyPr>
            <a:normAutofit fontScale="92500" lnSpcReduction="20000"/>
          </a:bodyPr>
          <a:lstStyle/>
          <a:p>
            <a:r>
              <a:rPr lang="en-ZA" b="1" dirty="0"/>
              <a:t>1. Increase Engagement</a:t>
            </a:r>
          </a:p>
          <a:p>
            <a:pPr lvl="0">
              <a:buFont typeface="Wingdings" panose="05000000000000000000" pitchFamily="2" charset="2"/>
              <a:buChar char="§"/>
            </a:pPr>
            <a:r>
              <a:rPr lang="en-ZA" dirty="0"/>
              <a:t>Launch Monday engagement campaigns. </a:t>
            </a:r>
          </a:p>
          <a:p>
            <a:pPr lvl="0">
              <a:buFont typeface="Wingdings" panose="05000000000000000000" pitchFamily="2" charset="2"/>
              <a:buChar char="§"/>
            </a:pPr>
            <a:r>
              <a:rPr lang="en-ZA" dirty="0"/>
              <a:t>Promote high-performing content. </a:t>
            </a:r>
          </a:p>
          <a:p>
            <a:pPr lvl="0">
              <a:buFont typeface="Wingdings" panose="05000000000000000000" pitchFamily="2" charset="2"/>
              <a:buChar char="§"/>
            </a:pPr>
            <a:r>
              <a:rPr lang="en-ZA" dirty="0"/>
              <a:t>Use personalised recommendations. </a:t>
            </a:r>
          </a:p>
          <a:p>
            <a:pPr lvl="0">
              <a:buFont typeface="Wingdings" panose="05000000000000000000" pitchFamily="2" charset="2"/>
              <a:buChar char="§"/>
            </a:pPr>
            <a:r>
              <a:rPr lang="en-ZA" dirty="0"/>
              <a:t>Release premium content around peak viewing periods.</a:t>
            </a:r>
          </a:p>
          <a:p>
            <a:r>
              <a:rPr lang="en-ZA" b="1" dirty="0"/>
              <a:t>2. Increase Subscribers</a:t>
            </a:r>
          </a:p>
          <a:p>
            <a:pPr lvl="0">
              <a:buFont typeface="Wingdings" panose="05000000000000000000" pitchFamily="2" charset="2"/>
              <a:buChar char="§"/>
            </a:pPr>
            <a:r>
              <a:rPr lang="en-ZA" dirty="0"/>
              <a:t>Referral programme. </a:t>
            </a:r>
          </a:p>
          <a:p>
            <a:pPr lvl="0">
              <a:buFont typeface="Wingdings" panose="05000000000000000000" pitchFamily="2" charset="2"/>
              <a:buChar char="§"/>
            </a:pPr>
            <a:r>
              <a:rPr lang="en-ZA" dirty="0"/>
              <a:t>Youth Adult campaigns. </a:t>
            </a:r>
          </a:p>
          <a:p>
            <a:pPr lvl="0">
              <a:buFont typeface="Wingdings" panose="05000000000000000000" pitchFamily="2" charset="2"/>
              <a:buChar char="§"/>
            </a:pPr>
            <a:r>
              <a:rPr lang="en-ZA" dirty="0"/>
              <a:t>Regional acquisition campaigns. </a:t>
            </a:r>
          </a:p>
          <a:p>
            <a:pPr lvl="0">
              <a:buFont typeface="Wingdings" panose="05000000000000000000" pitchFamily="2" charset="2"/>
              <a:buChar char="§"/>
            </a:pPr>
            <a:r>
              <a:rPr lang="en-ZA" dirty="0"/>
              <a:t>Promotional/free-trial offers.</a:t>
            </a:r>
          </a:p>
          <a:p>
            <a:pPr lvl="0">
              <a:buFont typeface="Wingdings" panose="05000000000000000000" pitchFamily="2" charset="2"/>
              <a:buChar char="§"/>
            </a:pPr>
            <a:endParaRPr lang="en-ZA" dirty="0"/>
          </a:p>
        </p:txBody>
      </p:sp>
    </p:spTree>
    <p:extLst>
      <p:ext uri="{BB962C8B-B14F-4D97-AF65-F5344CB8AC3E}">
        <p14:creationId xmlns:p14="http://schemas.microsoft.com/office/powerpoint/2010/main" val="466600218"/>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5A9F7-E5A8-6F8E-1199-9A74F7F3093D}"/>
              </a:ext>
            </a:extLst>
          </p:cNvPr>
          <p:cNvSpPr>
            <a:spLocks noGrp="1"/>
          </p:cNvSpPr>
          <p:nvPr>
            <p:ph type="title"/>
          </p:nvPr>
        </p:nvSpPr>
        <p:spPr/>
        <p:txBody>
          <a:bodyPr/>
          <a:lstStyle/>
          <a:p>
            <a:r>
              <a:rPr lang="en-ZA" dirty="0"/>
              <a:t>Growing Bright TV's User Base</a:t>
            </a:r>
          </a:p>
        </p:txBody>
      </p:sp>
      <p:sp>
        <p:nvSpPr>
          <p:cNvPr id="3" name="Content Placeholder 2">
            <a:extLst>
              <a:ext uri="{FF2B5EF4-FFF2-40B4-BE49-F238E27FC236}">
                <a16:creationId xmlns:a16="http://schemas.microsoft.com/office/drawing/2014/main" id="{C0EE2016-B1F7-E50F-F2C9-C194EAB52AA0}"/>
              </a:ext>
            </a:extLst>
          </p:cNvPr>
          <p:cNvSpPr>
            <a:spLocks noGrp="1"/>
          </p:cNvSpPr>
          <p:nvPr>
            <p:ph idx="1"/>
          </p:nvPr>
        </p:nvSpPr>
        <p:spPr/>
        <p:txBody>
          <a:bodyPr>
            <a:normAutofit fontScale="85000" lnSpcReduction="20000"/>
          </a:bodyPr>
          <a:lstStyle/>
          <a:p>
            <a:r>
              <a:rPr lang="en-ZA" b="1" dirty="0"/>
              <a:t>Initiative 1 — Referral Programme</a:t>
            </a:r>
          </a:p>
          <a:p>
            <a:r>
              <a:rPr lang="en-ZA" dirty="0"/>
              <a:t>Existing subscribers receive a reward for referring friends, family, colleagues, etc.</a:t>
            </a:r>
          </a:p>
          <a:p>
            <a:r>
              <a:rPr lang="en-ZA" b="1" dirty="0"/>
              <a:t>Initiative 2 — Youth Adult Campaign</a:t>
            </a:r>
          </a:p>
          <a:p>
            <a:r>
              <a:rPr lang="en-ZA" dirty="0"/>
              <a:t>Because Youth Adults dominate consumption, we could create campaigns specifically for this group.</a:t>
            </a:r>
          </a:p>
          <a:p>
            <a:r>
              <a:rPr lang="en-ZA" dirty="0"/>
              <a:t>We can use:</a:t>
            </a:r>
          </a:p>
          <a:p>
            <a:pPr lvl="0">
              <a:buFont typeface="Wingdings" panose="05000000000000000000" pitchFamily="2" charset="2"/>
              <a:buChar char="Ø"/>
            </a:pPr>
            <a:r>
              <a:rPr lang="en-ZA" dirty="0"/>
              <a:t>Instagram </a:t>
            </a:r>
          </a:p>
          <a:p>
            <a:pPr lvl="0">
              <a:buFont typeface="Wingdings" panose="05000000000000000000" pitchFamily="2" charset="2"/>
              <a:buChar char="Ø"/>
            </a:pPr>
            <a:r>
              <a:rPr lang="en-ZA" dirty="0"/>
              <a:t>TikTok </a:t>
            </a:r>
          </a:p>
          <a:p>
            <a:pPr lvl="0">
              <a:buFont typeface="Wingdings" panose="05000000000000000000" pitchFamily="2" charset="2"/>
              <a:buChar char="Ø"/>
            </a:pPr>
            <a:r>
              <a:rPr lang="en-ZA" dirty="0"/>
              <a:t>Social media </a:t>
            </a:r>
          </a:p>
          <a:p>
            <a:pPr lvl="0">
              <a:buFont typeface="Wingdings" panose="05000000000000000000" pitchFamily="2" charset="2"/>
              <a:buChar char="Ø"/>
            </a:pPr>
            <a:r>
              <a:rPr lang="en-ZA" dirty="0"/>
              <a:t>Influencer marketing </a:t>
            </a:r>
          </a:p>
          <a:p>
            <a:pPr lvl="0">
              <a:buFont typeface="Wingdings" panose="05000000000000000000" pitchFamily="2" charset="2"/>
              <a:buChar char="Ø"/>
            </a:pPr>
            <a:r>
              <a:rPr lang="en-ZA" dirty="0"/>
              <a:t>Student promotions</a:t>
            </a:r>
          </a:p>
          <a:p>
            <a:endParaRPr lang="en-ZA" dirty="0"/>
          </a:p>
        </p:txBody>
      </p:sp>
    </p:spTree>
    <p:extLst>
      <p:ext uri="{BB962C8B-B14F-4D97-AF65-F5344CB8AC3E}">
        <p14:creationId xmlns:p14="http://schemas.microsoft.com/office/powerpoint/2010/main" val="1770964090"/>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B16E4-2748-7CD3-9FB2-EF11844D6547}"/>
              </a:ext>
            </a:extLst>
          </p:cNvPr>
          <p:cNvSpPr>
            <a:spLocks noGrp="1"/>
          </p:cNvSpPr>
          <p:nvPr>
            <p:ph type="title"/>
          </p:nvPr>
        </p:nvSpPr>
        <p:spPr/>
        <p:txBody>
          <a:bodyPr/>
          <a:lstStyle/>
          <a:p>
            <a:r>
              <a:rPr lang="en-ZA" dirty="0"/>
              <a:t>Key Findings</a:t>
            </a:r>
          </a:p>
        </p:txBody>
      </p:sp>
      <p:sp>
        <p:nvSpPr>
          <p:cNvPr id="3" name="Content Placeholder 2">
            <a:extLst>
              <a:ext uri="{FF2B5EF4-FFF2-40B4-BE49-F238E27FC236}">
                <a16:creationId xmlns:a16="http://schemas.microsoft.com/office/drawing/2014/main" id="{F4EE4ADE-D6E4-5417-F7E0-70E07AF34EF0}"/>
              </a:ext>
            </a:extLst>
          </p:cNvPr>
          <p:cNvSpPr>
            <a:spLocks noGrp="1"/>
          </p:cNvSpPr>
          <p:nvPr>
            <p:ph idx="1"/>
          </p:nvPr>
        </p:nvSpPr>
        <p:spPr>
          <a:xfrm>
            <a:off x="1024127" y="2084831"/>
            <a:ext cx="9720073" cy="4341847"/>
          </a:xfrm>
        </p:spPr>
        <p:txBody>
          <a:bodyPr>
            <a:normAutofit fontScale="92500" lnSpcReduction="10000"/>
          </a:bodyPr>
          <a:lstStyle/>
          <a:p>
            <a:pPr marL="0" indent="0">
              <a:buNone/>
            </a:pPr>
            <a:r>
              <a:rPr lang="en-GB" b="1" dirty="0"/>
              <a:t>	Audience</a:t>
            </a:r>
          </a:p>
          <a:p>
            <a:pPr>
              <a:buFont typeface="Wingdings" panose="05000000000000000000" pitchFamily="2" charset="2"/>
              <a:buChar char="Ø"/>
            </a:pPr>
            <a:r>
              <a:rPr lang="en-GB" dirty="0"/>
              <a:t> Youth Adults are the dominant audience segment.</a:t>
            </a:r>
          </a:p>
          <a:p>
            <a:pPr marL="0" indent="0">
              <a:buNone/>
            </a:pPr>
            <a:r>
              <a:rPr lang="en-GB" b="1" dirty="0"/>
              <a:t>	Content</a:t>
            </a:r>
          </a:p>
          <a:p>
            <a:pPr>
              <a:buFont typeface="Wingdings" panose="05000000000000000000" pitchFamily="2" charset="2"/>
              <a:buChar char="Ø"/>
            </a:pPr>
            <a:r>
              <a:rPr lang="en-GB" dirty="0"/>
              <a:t> Sports and live events are major consumption drivers.</a:t>
            </a:r>
          </a:p>
          <a:p>
            <a:pPr marL="0" indent="0">
              <a:buNone/>
            </a:pPr>
            <a:r>
              <a:rPr lang="en-GB" b="1" dirty="0"/>
              <a:t>	Time</a:t>
            </a:r>
          </a:p>
          <a:p>
            <a:pPr>
              <a:buFont typeface="Wingdings" panose="05000000000000000000" pitchFamily="2" charset="2"/>
              <a:buChar char="Ø"/>
            </a:pPr>
            <a:r>
              <a:rPr lang="en-GB" dirty="0"/>
              <a:t> Evening is the strongest time-of-day viewing periods.</a:t>
            </a:r>
          </a:p>
          <a:p>
            <a:pPr marL="0" indent="0">
              <a:buNone/>
            </a:pPr>
            <a:r>
              <a:rPr lang="en-GB" dirty="0"/>
              <a:t>	</a:t>
            </a:r>
            <a:r>
              <a:rPr lang="en-GB" b="1" dirty="0"/>
              <a:t>Day</a:t>
            </a:r>
          </a:p>
          <a:p>
            <a:pPr>
              <a:buFont typeface="Wingdings" panose="05000000000000000000" pitchFamily="2" charset="2"/>
              <a:buChar char="Ø"/>
            </a:pPr>
            <a:r>
              <a:rPr lang="en-GB" dirty="0"/>
              <a:t> Saturday is the highest-consumption day; Monday is the lowest.</a:t>
            </a:r>
          </a:p>
          <a:p>
            <a:pPr marL="0" indent="0">
              <a:buNone/>
            </a:pPr>
            <a:r>
              <a:rPr lang="en-GB" dirty="0"/>
              <a:t>	</a:t>
            </a:r>
            <a:r>
              <a:rPr lang="en-GB" b="1" dirty="0"/>
              <a:t>Region</a:t>
            </a:r>
          </a:p>
          <a:p>
            <a:pPr>
              <a:buFont typeface="Wingdings" panose="05000000000000000000" pitchFamily="2" charset="2"/>
              <a:buChar char="Ø"/>
            </a:pPr>
            <a:r>
              <a:rPr lang="en-GB" dirty="0"/>
              <a:t> Gauteng contributes the highest viewing volume.</a:t>
            </a:r>
            <a:endParaRPr lang="en-ZA" dirty="0"/>
          </a:p>
        </p:txBody>
      </p:sp>
      <p:pic>
        <p:nvPicPr>
          <p:cNvPr id="5" name="Graphic 4" descr="Target Audience with solid fill">
            <a:extLst>
              <a:ext uri="{FF2B5EF4-FFF2-40B4-BE49-F238E27FC236}">
                <a16:creationId xmlns:a16="http://schemas.microsoft.com/office/drawing/2014/main" id="{53E49FBC-AE93-1189-74CC-03E93192B76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80556" y="1923945"/>
            <a:ext cx="627393" cy="627393"/>
          </a:xfrm>
          <a:prstGeom prst="rect">
            <a:avLst/>
          </a:prstGeom>
        </p:spPr>
      </p:pic>
      <p:pic>
        <p:nvPicPr>
          <p:cNvPr id="7" name="Graphic 6" descr="Clapper board with solid fill">
            <a:extLst>
              <a:ext uri="{FF2B5EF4-FFF2-40B4-BE49-F238E27FC236}">
                <a16:creationId xmlns:a16="http://schemas.microsoft.com/office/drawing/2014/main" id="{E02B0F4E-0515-8F80-FCC3-92F03B9DBA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2393" y="2820362"/>
            <a:ext cx="512644" cy="512644"/>
          </a:xfrm>
          <a:prstGeom prst="rect">
            <a:avLst/>
          </a:prstGeom>
        </p:spPr>
      </p:pic>
      <p:pic>
        <p:nvPicPr>
          <p:cNvPr id="9" name="Graphic 8" descr="Daily calendar with solid fill">
            <a:extLst>
              <a:ext uri="{FF2B5EF4-FFF2-40B4-BE49-F238E27FC236}">
                <a16:creationId xmlns:a16="http://schemas.microsoft.com/office/drawing/2014/main" id="{A49B6294-2D11-C20D-661A-D0E2AAD5D6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27010" y="4512628"/>
            <a:ext cx="534481" cy="534481"/>
          </a:xfrm>
          <a:prstGeom prst="rect">
            <a:avLst/>
          </a:prstGeom>
        </p:spPr>
      </p:pic>
      <p:pic>
        <p:nvPicPr>
          <p:cNvPr id="11" name="Graphic 10" descr="Clock with solid fill">
            <a:extLst>
              <a:ext uri="{FF2B5EF4-FFF2-40B4-BE49-F238E27FC236}">
                <a16:creationId xmlns:a16="http://schemas.microsoft.com/office/drawing/2014/main" id="{CF3D8368-7899-4BD0-CE24-A46E103A87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80556" y="3687286"/>
            <a:ext cx="534481" cy="534481"/>
          </a:xfrm>
          <a:prstGeom prst="rect">
            <a:avLst/>
          </a:prstGeom>
        </p:spPr>
      </p:pic>
      <p:pic>
        <p:nvPicPr>
          <p:cNvPr id="13" name="Graphic 12" descr="Marker with solid fill">
            <a:extLst>
              <a:ext uri="{FF2B5EF4-FFF2-40B4-BE49-F238E27FC236}">
                <a16:creationId xmlns:a16="http://schemas.microsoft.com/office/drawing/2014/main" id="{31A8AE3A-D06A-86D6-4F99-95331012A64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80555" y="5316133"/>
            <a:ext cx="627393" cy="627393"/>
          </a:xfrm>
          <a:prstGeom prst="rect">
            <a:avLst/>
          </a:prstGeom>
        </p:spPr>
      </p:pic>
    </p:spTree>
    <p:extLst>
      <p:ext uri="{BB962C8B-B14F-4D97-AF65-F5344CB8AC3E}">
        <p14:creationId xmlns:p14="http://schemas.microsoft.com/office/powerpoint/2010/main" val="2791960711"/>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45C7-134B-8B38-28DD-52DF274192B3}"/>
              </a:ext>
            </a:extLst>
          </p:cNvPr>
          <p:cNvSpPr>
            <a:spLocks noGrp="1"/>
          </p:cNvSpPr>
          <p:nvPr>
            <p:ph type="title"/>
          </p:nvPr>
        </p:nvSpPr>
        <p:spPr/>
        <p:txBody>
          <a:bodyPr/>
          <a:lstStyle/>
          <a:p>
            <a:r>
              <a:rPr lang="en-GB" dirty="0"/>
              <a:t>conclusion</a:t>
            </a:r>
            <a:endParaRPr lang="en-ZA" dirty="0"/>
          </a:p>
        </p:txBody>
      </p:sp>
      <p:sp>
        <p:nvSpPr>
          <p:cNvPr id="3" name="Content Placeholder 2">
            <a:extLst>
              <a:ext uri="{FF2B5EF4-FFF2-40B4-BE49-F238E27FC236}">
                <a16:creationId xmlns:a16="http://schemas.microsoft.com/office/drawing/2014/main" id="{E48058F1-1167-2B1A-9CD9-F4F2A6DEA5A6}"/>
              </a:ext>
            </a:extLst>
          </p:cNvPr>
          <p:cNvSpPr>
            <a:spLocks noGrp="1"/>
          </p:cNvSpPr>
          <p:nvPr>
            <p:ph idx="1"/>
          </p:nvPr>
        </p:nvSpPr>
        <p:spPr/>
        <p:txBody>
          <a:bodyPr/>
          <a:lstStyle/>
          <a:p>
            <a:r>
              <a:rPr lang="en-GB" dirty="0" err="1"/>
              <a:t>BrightTV’s</a:t>
            </a:r>
            <a:r>
              <a:rPr lang="en-GB" dirty="0"/>
              <a:t> viewing data shows clear difference in consumption across audience demographics, regions, days and content types. Youth Adults represent the largest audience segment, Gauteng contributes the highest viewing volume, evenings generate the strongest consumption and Saturday is the strongest viewing day. Conversely, Monday represents an opportunity for increased engagement. Bright TV can use these insights to personalise content recommendations, strengthen sports and live-offerings, target high-value audience segment and introduce initiatives aimed at acquiring new subscribers.</a:t>
            </a:r>
            <a:endParaRPr lang="en-ZA" dirty="0"/>
          </a:p>
        </p:txBody>
      </p:sp>
    </p:spTree>
    <p:extLst>
      <p:ext uri="{BB962C8B-B14F-4D97-AF65-F5344CB8AC3E}">
        <p14:creationId xmlns:p14="http://schemas.microsoft.com/office/powerpoint/2010/main" val="1899088541"/>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CE2F6-E698-878F-3F3E-11ADA8089921}"/>
              </a:ext>
            </a:extLst>
          </p:cNvPr>
          <p:cNvSpPr>
            <a:spLocks noGrp="1"/>
          </p:cNvSpPr>
          <p:nvPr>
            <p:ph type="ctrTitle"/>
          </p:nvPr>
        </p:nvSpPr>
        <p:spPr/>
        <p:txBody>
          <a:bodyPr/>
          <a:lstStyle/>
          <a:p>
            <a:r>
              <a:rPr lang="en-ZA" dirty="0"/>
              <a:t>Thank You</a:t>
            </a:r>
          </a:p>
        </p:txBody>
      </p:sp>
      <p:sp>
        <p:nvSpPr>
          <p:cNvPr id="6" name="Subtitle 5">
            <a:extLst>
              <a:ext uri="{FF2B5EF4-FFF2-40B4-BE49-F238E27FC236}">
                <a16:creationId xmlns:a16="http://schemas.microsoft.com/office/drawing/2014/main" id="{5B5E4253-952A-2947-2770-986240FC4B24}"/>
              </a:ext>
            </a:extLst>
          </p:cNvPr>
          <p:cNvSpPr>
            <a:spLocks noGrp="1"/>
          </p:cNvSpPr>
          <p:nvPr>
            <p:ph type="subTitle" idx="1"/>
          </p:nvPr>
        </p:nvSpPr>
        <p:spPr/>
        <p:txBody>
          <a:bodyPr/>
          <a:lstStyle/>
          <a:p>
            <a:r>
              <a:rPr lang="en-GB" dirty="0"/>
              <a:t>Any Questions?</a:t>
            </a:r>
            <a:endParaRPr lang="en-ZA" dirty="0"/>
          </a:p>
        </p:txBody>
      </p:sp>
    </p:spTree>
    <p:extLst>
      <p:ext uri="{BB962C8B-B14F-4D97-AF65-F5344CB8AC3E}">
        <p14:creationId xmlns:p14="http://schemas.microsoft.com/office/powerpoint/2010/main" val="178373522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Integral design</Template>
  <TotalTime>14920</TotalTime>
  <Words>560</Words>
  <Application>Microsoft Office PowerPoint</Application>
  <PresentationFormat>Widescreen</PresentationFormat>
  <Paragraphs>94</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Tw Cen MT</vt:lpstr>
      <vt:lpstr>Tw Cen MT Condensed</vt:lpstr>
      <vt:lpstr>Wingdings</vt:lpstr>
      <vt:lpstr>Wingdings 3</vt:lpstr>
      <vt:lpstr>Integral</vt:lpstr>
      <vt:lpstr>Bright tv viewership analytics</vt:lpstr>
      <vt:lpstr>Business objective</vt:lpstr>
      <vt:lpstr>Business objective continued…</vt:lpstr>
      <vt:lpstr>Dataset Overview</vt:lpstr>
      <vt:lpstr>Overall Consumption Trend</vt:lpstr>
      <vt:lpstr>Overall Consumption Trend continued…</vt:lpstr>
      <vt:lpstr>Who Uses Bright TV?</vt:lpstr>
      <vt:lpstr>factors influencing consumption</vt:lpstr>
      <vt:lpstr>Usage by Hour</vt:lpstr>
      <vt:lpstr>Usage by Hour continued..</vt:lpstr>
      <vt:lpstr>Recommendations</vt:lpstr>
      <vt:lpstr>Growing Bright TV's User Base</vt:lpstr>
      <vt:lpstr>Key Findings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Caroline Tsotetsi</dc:creator>
  <cp:lastModifiedBy>Caroline Tsotetsi</cp:lastModifiedBy>
  <cp:revision>1</cp:revision>
  <dcterms:created xsi:type="dcterms:W3CDTF">2026-08-07T14:36:39Z</dcterms:created>
  <dcterms:modified xsi:type="dcterms:W3CDTF">2026-08-20T20:30:37Z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